
<file path=[Content_Types].xml><?xml version="1.0" encoding="utf-8"?>
<Types xmlns="http://schemas.openxmlformats.org/package/2006/content-types">
  <Default Extension="xml" ContentType="application/xml"/>
  <Default Extension="rels" ContentType="application/vnd.openxmlformats-package.relationships+xml"/>
  <Override PartName="/ppt/slides/slide2.xml" ContentType="application/vnd.openxmlformats-officedocument.presentationml.slide+xml"/>
  <Override PartName="/ppt/tableStyles.xml" ContentType="application/vnd.openxmlformats-officedocument.presentationml.tableStyles+xml"/>
  <Override PartName="/ppt/slides/slide1.xml" ContentType="application/vnd.openxmlformats-officedocument.presentationml.slid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docProps/app.xml" ContentType="application/vnd.openxmlformats-officedocument.extended-properties+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0" Type="http://schemas.openxmlformats.org/officeDocument/2006/relationships/officeDocument" Target="ppt/presentation.xml" /><Relationship Id="rId1" Type="http://schemas.openxmlformats.org/package/2006/relationships/metadata/core-properties" Target="docProps/core.xml" /></Relationships>
</file>

<file path=ppt/presentation.xml><?xml version="1.0" encoding="utf-8"?>
<p:presentation xmlns:a="http://schemas.openxmlformats.org/drawingml/2006/main" xmlns:p="http://schemas.openxmlformats.org/presentationml/2006/main" xmlns:r="http://schemas.openxmlformats.org/officeDocument/2006/relationships" firstSlideNum="1">
  <p:sldMasterIdLst>
    <p:sldMasterId id="2147483648" r:id="rId0"/>
  </p:sldMasterIdLst>
  <p:sldIdLst>
    <p:sldId id="256" r:id="rId1"/>
    <p:sldId id="257" r:id="rId2"/>
  </p:sldIdLst>
  <p:sldSz cx="12192000" cy="6858000" type="screen16x9"/>
  <p:notesSz cx="6858000" cy="9144000"/>
  <p:defaultTextStyle>
    <a:lvl1pPr marL="0" lvl="0" algn="l" defTabSz="914400">
      <a:lnSpc>
        <a:spcPct val="130000"/>
      </a:lnSpc>
      <a:defRPr sz="1800" kern="1200">
        <a:solidFill>
          <a:schemeClr val="tx1"/>
        </a:solidFill>
        <a:latin typeface="Arial"/>
        <a:ea typeface="Microsoft YaHei"/>
      </a:defRPr>
    </a:lvl1pPr>
    <a:lvl2pPr marL="457200" lvl="1" algn="l" defTabSz="914400">
      <a:lnSpc>
        <a:spcPct val="130000"/>
      </a:lnSpc>
      <a:defRPr sz="1800" kern="1200">
        <a:solidFill>
          <a:schemeClr val="tx1"/>
        </a:solidFill>
        <a:latin typeface="Arial"/>
        <a:ea typeface="Microsoft YaHei"/>
      </a:defRPr>
    </a:lvl2pPr>
    <a:lvl3pPr marL="914400" lvl="2" algn="l" defTabSz="914400">
      <a:lnSpc>
        <a:spcPct val="130000"/>
      </a:lnSpc>
      <a:defRPr sz="1800" kern="1200">
        <a:solidFill>
          <a:schemeClr val="tx1"/>
        </a:solidFill>
        <a:latin typeface="Arial"/>
        <a:ea typeface="Microsoft YaHei"/>
      </a:defRPr>
    </a:lvl3pPr>
    <a:lvl4pPr marL="1371600" lvl="3" algn="l" defTabSz="914400">
      <a:lnSpc>
        <a:spcPct val="130000"/>
      </a:lnSpc>
      <a:defRPr sz="1800" kern="1200">
        <a:solidFill>
          <a:schemeClr val="tx1"/>
        </a:solidFill>
        <a:latin typeface="Arial"/>
        <a:ea typeface="Microsoft YaHei"/>
      </a:defRPr>
    </a:lvl4pPr>
    <a:lvl5pPr marL="1828800" lvl="4" algn="l" defTabSz="914400">
      <a:lnSpc>
        <a:spcPct val="130000"/>
      </a:lnSpc>
      <a:defRPr sz="1800" kern="1200">
        <a:solidFill>
          <a:schemeClr val="tx1"/>
        </a:solidFill>
        <a:latin typeface="Arial"/>
        <a:ea typeface="Microsoft YaHei"/>
      </a:defRPr>
    </a:lvl5pPr>
    <a:lvl6pPr marL="2286000" lvl="5" algn="l" defTabSz="914400">
      <a:lnSpc>
        <a:spcPct val="130000"/>
      </a:lnSpc>
      <a:defRPr sz="1800" kern="1200">
        <a:solidFill>
          <a:schemeClr val="tx1"/>
        </a:solidFill>
        <a:latin typeface="Arial"/>
        <a:ea typeface="Microsoft YaHei"/>
      </a:defRPr>
    </a:lvl6pPr>
    <a:lvl7pPr marL="2743200" lvl="6" algn="l" defTabSz="914400">
      <a:lnSpc>
        <a:spcPct val="130000"/>
      </a:lnSpc>
      <a:defRPr sz="1800" kern="1200">
        <a:solidFill>
          <a:schemeClr val="tx1"/>
        </a:solidFill>
        <a:latin typeface="Arial"/>
        <a:ea typeface="Microsoft YaHei"/>
      </a:defRPr>
    </a:lvl7pPr>
    <a:lvl8pPr marL="3200400" lvl="7" algn="l" defTabSz="914400">
      <a:lnSpc>
        <a:spcPct val="130000"/>
      </a:lnSpc>
      <a:defRPr sz="1800" kern="1200">
        <a:solidFill>
          <a:schemeClr val="tx1"/>
        </a:solidFill>
        <a:latin typeface="Arial"/>
        <a:ea typeface="Microsoft YaHei"/>
      </a:defRPr>
    </a:lvl8pPr>
    <a:lvl9pPr marL="3657600" lvl="8" algn="l" defTabSz="914400">
      <a:lnSpc>
        <a:spcPct val="130000"/>
      </a:lnSpc>
      <a:defRPr sz="1800" kern="1200">
        <a:solidFill>
          <a:schemeClr val="tx1"/>
        </a:solidFill>
        <a:latin typeface="Arial"/>
        <a:ea typeface="Microsoft YaHei"/>
      </a:defRPr>
    </a:lvl9pPr>
  </p:defaultTextStyle>
</p:presentation>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_rels/presentation.xml.rels><?xml version="1.0" encoding="UTF-8" standalone="yes"?><Relationships xmlns="http://schemas.openxmlformats.org/package/2006/relationships"><Relationship Id="rId3" Type="http://schemas.openxmlformats.org/officeDocument/2006/relationships/tableStyles" Target="tableStyles.xml" /><Relationship Id="rId2" Type="http://schemas.openxmlformats.org/officeDocument/2006/relationships/slide" Target="slides/slide2.xml" /><Relationship Id="rId0" Type="http://schemas.openxmlformats.org/officeDocument/2006/relationships/slideMaster" Target="slideMasters/slideMaster1.xml" /><Relationship Id="rId1" Type="http://schemas.openxmlformats.org/officeDocument/2006/relationships/slide" Target="slides/slide1.xml" /></Relationship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6.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7.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8.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9.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0.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true"/>
          </p:cNvSpPr>
          <p:nvPr>
            <p:ph type="ctrTitle"/>
          </p:nvPr>
        </p:nvSpPr>
        <p:spPr>
          <a:xfrm>
            <a:off x="1524000" y="1122363"/>
            <a:ext cx="9144000" cy="2387600"/>
          </a:xfrm>
        </p:spPr>
        <p:txBody>
          <a:bodyPr anchor="b"/>
          <a:lstStyle>
            <a:lvl1pPr lvl="0" algn="ctr">
              <a:defRPr sz="6000"/>
            </a:lvl1pPr>
          </a:lstStyle>
          <a:p>
            <a:pPr/>
            <a:r>
              <a:rPr lang="zh-CN"/>
              <a:t>单击此处编辑母版标题样式</a:t>
            </a:r>
            <a:endParaRPr/>
          </a:p>
        </p:txBody>
      </p:sp>
      <p:sp>
        <p:nvSpPr>
          <p:cNvPr id="3" name="副标题 2"/>
          <p:cNvSpPr>
            <a:spLocks noGrp="true"/>
          </p:cNvSpPr>
          <p:nvPr>
            <p:ph type="subTitle" idx="1"/>
          </p:nvPr>
        </p:nvSpPr>
        <p:spPr>
          <a:xfrm>
            <a:off x="1524000" y="3602038"/>
            <a:ext cx="9144000" cy="1655762"/>
          </a:xfr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pPr/>
            <a:r>
              <a:rPr lang="zh-CN"/>
              <a:t>单击此处编辑母版副标题样式</a:t>
            </a:r>
            <a:endParaRPr/>
          </a:p>
        </p:txBody>
      </p:sp>
      <p:sp>
        <p:nvSpPr>
          <p:cNvPr id="4" name="日期占位符 3"/>
          <p:cNvSpPr>
            <a:spLocks noGrp="true"/>
          </p:cNvSpPr>
          <p:nvPr>
            <p:ph type="dt" idx="10"/>
          </p:nvPr>
        </p:nvSpPr>
        <p:spPr/>
        <p:txBody>
          <a:bodyPr/>
          <a:p>
            <a:pPr/>
            <a:fld id="{0F7DC6A6-BF1E-4CE5-B3E6-718B8EA0B82A}" type="datetime1">
              <a:rPr lang="zh-CN"/>
              <a:t>2022/12/22</a:t>
            </a:fld>
            <a:endParaRPr lang="zh-CN"/>
          </a:p>
        </p:txBody>
      </p:sp>
      <p:sp>
        <p:nvSpPr>
          <p:cNvPr id="5" name="页脚占位符 4"/>
          <p:cNvSpPr>
            <a:spLocks noGrp="true"/>
          </p:cNvSpPr>
          <p:nvPr>
            <p:ph type="ftr" idx="11"/>
          </p:nvPr>
        </p:nvSpPr>
        <p:spPr/>
        <p:txBody>
          <a:bodyPr/>
          <a:p>
            <a:pPr/>
            <a:endParaRPr lang="zh-CN"/>
          </a:p>
        </p:txBody>
      </p:sp>
      <p:sp>
        <p:nvSpPr>
          <p:cNvPr id="6" name="灯片编号占位符 5"/>
          <p:cNvSpPr>
            <a:spLocks noGrp="true"/>
          </p:cNvSpPr>
          <p:nvPr>
            <p:ph type="sldNum" idx="12"/>
          </p:nvPr>
        </p:nvSpPr>
        <p:spPr/>
        <p:txBody>
          <a:bodyPr/>
          <a:p>
            <a:pPr/>
            <a:fld id="{8FC705DF-EB6A-4429-A9CF-8086C29D54D9}" type="slidenum">
              <a:rPr lang="zh-CN"/>
              <a:t>‹#›</a:t>
            </a:fld>
            <a:endParaRPr lang="zh-CN"/>
          </a:p>
        </p:txBody>
      </p:sp>
    </p:spTree>
  </p:cSld>
  <p:clrMapOvr>
    <a:masterClrMapping/>
  </p:clrMapOvr>
</p:sldLayout>
</file>

<file path=ppt/slideLayouts/slideLayout2.xml><?xml version="1.0" encoding="utf-8"?>
<p:sldLayout xmlns:a="http://schemas.openxmlformats.org/drawingml/2006/main" xmlns:p="http://schemas.openxmlformats.org/presentationml/2006/main">
  <p:cSld name="标题和内容">
    <p:spTree>
      <p:nvGrpSpPr>
        <p:cNvPr id="7" name=""/>
        <p:cNvGrpSpPr/>
        <p:nvPr/>
      </p:nvGrpSpPr>
      <p:grpSpPr>
        <a:xfrm>
          <a:off x="0" y="0"/>
          <a:ext cx="0" cy="0"/>
          <a:chOff x="0" y="0"/>
          <a:chExt cx="0" cy="0"/>
        </a:xfrm>
      </p:grpSpPr>
      <p:sp>
        <p:nvSpPr>
          <p:cNvPr id="8" name="标题 1"/>
          <p:cNvSpPr>
            <a:spLocks noGrp="true"/>
          </p:cNvSpPr>
          <p:nvPr>
            <p:ph type="title"/>
          </p:nvPr>
        </p:nvSpPr>
        <p:spPr/>
        <p:txBody>
          <a:bodyPr/>
          <a:p>
            <a:pPr/>
            <a:r>
              <a:rPr lang="zh-CN"/>
              <a:t>单击此处编辑母版标题样式</a:t>
            </a:r>
            <a:endParaRPr/>
          </a:p>
        </p:txBody>
      </p:sp>
      <p:sp>
        <p:nvSpPr>
          <p:cNvPr id="9" name="内容占位符 2"/>
          <p:cNvSpPr>
            <a:spLocks noGrp="true"/>
          </p:cNvSpPr>
          <p:nvPr>
            <p:ph idx="1"/>
          </p:nvPr>
        </p:nvSpPr>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10" name="日期占位符 3"/>
          <p:cNvSpPr>
            <a:spLocks noGrp="true"/>
          </p:cNvSpPr>
          <p:nvPr>
            <p:ph type="dt" idx="10"/>
          </p:nvPr>
        </p:nvSpPr>
        <p:spPr/>
        <p:txBody>
          <a:bodyPr/>
          <a:p>
            <a:pPr/>
            <a:fld id="{7B03108F-6D01-401F-BB83-A4EE273EE035}" type="datetime1">
              <a:rPr lang="zh-CN"/>
              <a:t>2022/12/22</a:t>
            </a:fld>
            <a:endParaRPr lang="zh-CN"/>
          </a:p>
        </p:txBody>
      </p:sp>
      <p:sp>
        <p:nvSpPr>
          <p:cNvPr id="11" name="页脚占位符 4"/>
          <p:cNvSpPr>
            <a:spLocks noGrp="true"/>
          </p:cNvSpPr>
          <p:nvPr>
            <p:ph type="ftr" idx="11"/>
          </p:nvPr>
        </p:nvSpPr>
        <p:spPr/>
        <p:txBody>
          <a:bodyPr/>
          <a:p>
            <a:pPr/>
            <a:endParaRPr lang="zh-CN"/>
          </a:p>
        </p:txBody>
      </p:sp>
      <p:sp>
        <p:nvSpPr>
          <p:cNvPr id="12" name="灯片编号占位符 5"/>
          <p:cNvSpPr>
            <a:spLocks noGrp="true"/>
          </p:cNvSpPr>
          <p:nvPr>
            <p:ph type="sldNum" idx="12"/>
          </p:nvPr>
        </p:nvSpPr>
        <p:spPr/>
        <p:txBody>
          <a:bodyPr/>
          <a:p>
            <a:pPr/>
            <a:fld id="{2A18DFAB-279D-45FB-8988-01B47F34F95A}" type="slidenum">
              <a:rPr lang="zh-CN"/>
              <a:t>‹#›</a:t>
            </a:fld>
            <a:endParaRPr lang="zh-CN"/>
          </a:p>
        </p:txBody>
      </p:sp>
    </p:spTree>
  </p:cSld>
  <p:clrMapOvr>
    <a:masterClrMapping/>
  </p:clrMapOvr>
</p:sldLayout>
</file>

<file path=ppt/slideLayouts/slideLayout3.xml><?xml version="1.0" encoding="utf-8"?>
<p:sldLayout xmlns:a="http://schemas.openxmlformats.org/drawingml/2006/main" xmlns:p="http://schemas.openxmlformats.org/presentationml/2006/main">
  <p:cSld name="节标题">
    <p:spTree>
      <p:nvGrpSpPr>
        <p:cNvPr id="19" name=""/>
        <p:cNvGrpSpPr/>
        <p:nvPr/>
      </p:nvGrpSpPr>
      <p:grpSpPr>
        <a:xfrm>
          <a:off x="0" y="0"/>
          <a:ext cx="0" cy="0"/>
          <a:chOff x="0" y="0"/>
          <a:chExt cx="0" cy="0"/>
        </a:xfrm>
      </p:grpSpPr>
      <p:sp>
        <p:nvSpPr>
          <p:cNvPr id="20" name="标题 1"/>
          <p:cNvSpPr>
            <a:spLocks noGrp="true"/>
          </p:cNvSpPr>
          <p:nvPr>
            <p:ph type="title"/>
          </p:nvPr>
        </p:nvSpPr>
        <p:spPr>
          <a:xfrm>
            <a:off x="831850" y="1709738"/>
            <a:ext cx="10515600" cy="2852737"/>
          </a:xfrm>
        </p:spPr>
        <p:txBody>
          <a:bodyPr anchor="b"/>
          <a:lstStyle>
            <a:lvl1pPr lvl="0">
              <a:defRPr sz="6000"/>
            </a:lvl1pPr>
          </a:lstStyle>
          <a:p>
            <a:pPr/>
            <a:r>
              <a:rPr lang="zh-CN"/>
              <a:t>单击此处编辑母版标题样式</a:t>
            </a:r>
            <a:endParaRPr/>
          </a:p>
        </p:txBody>
      </p:sp>
      <p:sp>
        <p:nvSpPr>
          <p:cNvPr id="21" name="文本占位符 2"/>
          <p:cNvSpPr>
            <a:spLocks noGrp="true"/>
          </p:cNvSpPr>
          <p:nvPr>
            <p:ph type="body" idx="1"/>
          </p:nvPr>
        </p:nvSpPr>
        <p:spPr>
          <a:xfrm>
            <a:off x="831850" y="4589463"/>
            <a:ext cx="10515600" cy="1500187"/>
          </a:xfrm>
        </p:spPr>
        <p:txBody>
          <a:bodyPr/>
          <a:lstStyle>
            <a:lvl1pPr marL="0" lvl="0" indent="0">
              <a:buNone/>
              <a:defRPr sz="2400">
                <a:solidFill>
                  <a:schemeClr val="tx1">
                    <a:tint val="75000"/>
                  </a:schemeClr>
                </a:solidFill>
              </a:defRPr>
            </a:lvl1pPr>
            <a:lvl2pPr marL="457200" lvl="1" indent="0">
              <a:buNone/>
              <a:defRPr sz="2000">
                <a:solidFill>
                  <a:schemeClr val="tx1">
                    <a:tint val="75000"/>
                  </a:schemeClr>
                </a:solidFill>
              </a:defRPr>
            </a:lvl2pPr>
            <a:lvl3pPr marL="914400" lvl="2" indent="0">
              <a:buNone/>
              <a:defRPr sz="1800">
                <a:solidFill>
                  <a:schemeClr val="tx1">
                    <a:tint val="75000"/>
                  </a:schemeClr>
                </a:solidFill>
              </a:defRPr>
            </a:lvl3pPr>
            <a:lvl4pPr marL="1371600" lvl="3" indent="0">
              <a:buNone/>
              <a:defRPr sz="1600">
                <a:solidFill>
                  <a:schemeClr val="tx1">
                    <a:tint val="75000"/>
                  </a:schemeClr>
                </a:solidFill>
              </a:defRPr>
            </a:lvl4pPr>
            <a:lvl5pPr marL="1828800" lvl="4" indent="0">
              <a:buNone/>
              <a:defRPr sz="1600">
                <a:solidFill>
                  <a:schemeClr val="tx1">
                    <a:tint val="75000"/>
                  </a:schemeClr>
                </a:solidFill>
              </a:defRPr>
            </a:lvl5pPr>
            <a:lvl6pPr marL="2286000" lvl="5" indent="0">
              <a:buNone/>
              <a:defRPr sz="1600">
                <a:solidFill>
                  <a:schemeClr val="tx1">
                    <a:tint val="75000"/>
                  </a:schemeClr>
                </a:solidFill>
              </a:defRPr>
            </a:lvl6pPr>
            <a:lvl7pPr marL="2743200" lvl="6" indent="0">
              <a:buNone/>
              <a:defRPr sz="1600">
                <a:solidFill>
                  <a:schemeClr val="tx1">
                    <a:tint val="75000"/>
                  </a:schemeClr>
                </a:solidFill>
              </a:defRPr>
            </a:lvl7pPr>
            <a:lvl8pPr marL="3200400" lvl="7" indent="0">
              <a:buNone/>
              <a:defRPr sz="1600">
                <a:solidFill>
                  <a:schemeClr val="tx1">
                    <a:tint val="75000"/>
                  </a:schemeClr>
                </a:solidFill>
              </a:defRPr>
            </a:lvl8pPr>
            <a:lvl9pPr marL="3657600" lvl="8" indent="0">
              <a:buNone/>
              <a:defRPr sz="1600">
                <a:solidFill>
                  <a:schemeClr val="tx1">
                    <a:tint val="75000"/>
                  </a:schemeClr>
                </a:solidFill>
              </a:defRPr>
            </a:lvl9pPr>
          </a:lstStyle>
          <a:p>
            <a:pPr lvl="0"/>
            <a:r>
              <a:rPr lang="zh-CN"/>
              <a:t>单击此处编辑母版文本样式</a:t>
            </a:r>
            <a:endParaRPr/>
          </a:p>
        </p:txBody>
      </p:sp>
      <p:sp>
        <p:nvSpPr>
          <p:cNvPr id="22" name="日期占位符 3"/>
          <p:cNvSpPr>
            <a:spLocks noGrp="true"/>
          </p:cNvSpPr>
          <p:nvPr>
            <p:ph type="dt" idx="10"/>
          </p:nvPr>
        </p:nvSpPr>
        <p:spPr/>
        <p:txBody>
          <a:bodyPr/>
          <a:p>
            <a:pPr/>
            <a:fld id="{8D5B006A-3E28-4231-AF04-14767498E664}" type="datetime1">
              <a:rPr lang="zh-CN"/>
              <a:t>2022/12/22</a:t>
            </a:fld>
            <a:endParaRPr lang="zh-CN"/>
          </a:p>
        </p:txBody>
      </p:sp>
      <p:sp>
        <p:nvSpPr>
          <p:cNvPr id="23" name="页脚占位符 4"/>
          <p:cNvSpPr>
            <a:spLocks noGrp="true"/>
          </p:cNvSpPr>
          <p:nvPr>
            <p:ph type="ftr" idx="11"/>
          </p:nvPr>
        </p:nvSpPr>
        <p:spPr/>
        <p:txBody>
          <a:bodyPr/>
          <a:p>
            <a:pPr/>
            <a:endParaRPr lang="zh-CN"/>
          </a:p>
        </p:txBody>
      </p:sp>
      <p:sp>
        <p:nvSpPr>
          <p:cNvPr id="24" name="灯片编号占位符 5"/>
          <p:cNvSpPr>
            <a:spLocks noGrp="true"/>
          </p:cNvSpPr>
          <p:nvPr>
            <p:ph type="sldNum" idx="12"/>
          </p:nvPr>
        </p:nvSpPr>
        <p:spPr/>
        <p:txBody>
          <a:bodyPr/>
          <a:p>
            <a:pPr/>
            <a:fld id="{C8B94FA0-F740-4CDC-A935-5AEA919A98DA}" type="slidenum">
              <a:rPr lang="zh-CN"/>
              <a:t>‹#›</a:t>
            </a:fld>
            <a:endParaRPr lang="zh-CN"/>
          </a:p>
        </p:txBody>
      </p:sp>
    </p:spTree>
  </p:cSld>
  <p:clrMapOvr>
    <a:masterClrMapping/>
  </p:clrMapOvr>
</p:sldLayout>
</file>

<file path=ppt/slideLayouts/slideLayout4.xml><?xml version="1.0" encoding="utf-8"?>
<p:sldLayout xmlns:a="http://schemas.openxmlformats.org/drawingml/2006/main" xmlns:p="http://schemas.openxmlformats.org/presentationml/2006/main">
  <p:cSld name="两栏内容">
    <p:spTree>
      <p:nvGrpSpPr>
        <p:cNvPr id="25" name=""/>
        <p:cNvGrpSpPr/>
        <p:nvPr/>
      </p:nvGrpSpPr>
      <p:grpSpPr>
        <a:xfrm>
          <a:off x="0" y="0"/>
          <a:ext cx="0" cy="0"/>
          <a:chOff x="0" y="0"/>
          <a:chExt cx="0" cy="0"/>
        </a:xfrm>
      </p:grpSpPr>
      <p:sp>
        <p:nvSpPr>
          <p:cNvPr id="26" name="标题 1"/>
          <p:cNvSpPr>
            <a:spLocks noGrp="true"/>
          </p:cNvSpPr>
          <p:nvPr>
            <p:ph type="title"/>
          </p:nvPr>
        </p:nvSpPr>
        <p:spPr/>
        <p:txBody>
          <a:bodyPr/>
          <a:p>
            <a:pPr/>
            <a:r>
              <a:rPr lang="zh-CN"/>
              <a:t>单击此处编辑母版标题样式</a:t>
            </a:r>
            <a:endParaRPr/>
          </a:p>
        </p:txBody>
      </p:sp>
      <p:sp>
        <p:nvSpPr>
          <p:cNvPr id="27" name="内容占位符 2"/>
          <p:cNvSpPr>
            <a:spLocks noGrp="true"/>
          </p:cNvSpPr>
          <p:nvPr>
            <p:ph idx="1"/>
          </p:nvPr>
        </p:nvSpPr>
        <p:spPr>
          <a:xfrm>
            <a:off x="838200" y="1825625"/>
            <a:ext cx="5181600" cy="435133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28" name="内容占位符 3"/>
          <p:cNvSpPr>
            <a:spLocks noGrp="true"/>
          </p:cNvSpPr>
          <p:nvPr>
            <p:ph idx="2"/>
          </p:nvPr>
        </p:nvSpPr>
        <p:spPr>
          <a:xfrm>
            <a:off x="6172200" y="1825625"/>
            <a:ext cx="5181600" cy="435133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29" name="日期占位符 4"/>
          <p:cNvSpPr>
            <a:spLocks noGrp="true"/>
          </p:cNvSpPr>
          <p:nvPr>
            <p:ph type="dt" idx="10"/>
          </p:nvPr>
        </p:nvSpPr>
        <p:spPr/>
        <p:txBody>
          <a:bodyPr/>
          <a:p>
            <a:pPr/>
            <a:fld id="{A1F3BCCF-927F-4C14-9052-F5177C3C439D}" type="datetime1">
              <a:rPr lang="zh-CN"/>
              <a:t>2022/12/22</a:t>
            </a:fld>
            <a:endParaRPr lang="zh-CN"/>
          </a:p>
        </p:txBody>
      </p:sp>
      <p:sp>
        <p:nvSpPr>
          <p:cNvPr id="30" name="页脚占位符 5"/>
          <p:cNvSpPr>
            <a:spLocks noGrp="true"/>
          </p:cNvSpPr>
          <p:nvPr>
            <p:ph type="ftr" idx="11"/>
          </p:nvPr>
        </p:nvSpPr>
        <p:spPr/>
        <p:txBody>
          <a:bodyPr/>
          <a:p>
            <a:pPr/>
            <a:endParaRPr lang="zh-CN"/>
          </a:p>
        </p:txBody>
      </p:sp>
      <p:sp>
        <p:nvSpPr>
          <p:cNvPr id="31" name="灯片编号占位符 6"/>
          <p:cNvSpPr>
            <a:spLocks noGrp="true"/>
          </p:cNvSpPr>
          <p:nvPr>
            <p:ph type="sldNum" idx="12"/>
          </p:nvPr>
        </p:nvSpPr>
        <p:spPr/>
        <p:txBody>
          <a:bodyPr/>
          <a:p>
            <a:pPr/>
            <a:fld id="{408259AF-2A25-452C-AA5F-7B080E8C5A7E}" type="slidenum">
              <a:rPr lang="zh-CN"/>
              <a:t>‹#›</a:t>
            </a:fld>
            <a:endParaRPr lang="zh-CN"/>
          </a:p>
        </p:txBody>
      </p:sp>
    </p:spTree>
  </p:cSld>
  <p:clrMapOvr>
    <a:masterClrMapping/>
  </p:clrMapOvr>
</p:sldLayout>
</file>

<file path=ppt/slideLayouts/slideLayout5.xml><?xml version="1.0" encoding="utf-8"?>
<p:sldLayout xmlns:a="http://schemas.openxmlformats.org/drawingml/2006/main" xmlns:p="http://schemas.openxmlformats.org/presentationml/2006/main">
  <p:cSld name="比较">
    <p:spTree>
      <p:nvGrpSpPr>
        <p:cNvPr id="32" name=""/>
        <p:cNvGrpSpPr/>
        <p:nvPr/>
      </p:nvGrpSpPr>
      <p:grpSpPr>
        <a:xfrm>
          <a:off x="0" y="0"/>
          <a:ext cx="0" cy="0"/>
          <a:chOff x="0" y="0"/>
          <a:chExt cx="0" cy="0"/>
        </a:xfrm>
      </p:grpSpPr>
      <p:sp>
        <p:nvSpPr>
          <p:cNvPr id="33" name="标题 1"/>
          <p:cNvSpPr>
            <a:spLocks noGrp="true"/>
          </p:cNvSpPr>
          <p:nvPr>
            <p:ph type="title"/>
          </p:nvPr>
        </p:nvSpPr>
        <p:spPr>
          <a:xfrm>
            <a:off x="839788" y="365125"/>
            <a:ext cx="10515600" cy="1325563"/>
          </a:xfrm>
        </p:spPr>
        <p:txBody>
          <a:bodyPr/>
          <a:p>
            <a:pPr/>
            <a:r>
              <a:rPr lang="zh-CN"/>
              <a:t>单击此处编辑母版标题样式</a:t>
            </a:r>
            <a:endParaRPr/>
          </a:p>
        </p:txBody>
      </p:sp>
      <p:sp>
        <p:nvSpPr>
          <p:cNvPr id="34" name="文本占位符 2"/>
          <p:cNvSpPr>
            <a:spLocks noGrp="true"/>
          </p:cNvSpPr>
          <p:nvPr>
            <p:ph type="body" idx="1"/>
          </p:nvPr>
        </p:nvSpPr>
        <p:spPr>
          <a:xfrm>
            <a:off x="839788" y="1681163"/>
            <a:ext cx="5157787" cy="823912"/>
          </a:xfrm>
        </p:spPr>
        <p:txBody>
          <a:bodyPr anchor="b"/>
          <a:lstStyle>
            <a:lvl1pPr marL="0" lvl="0" indent="0">
              <a:buNone/>
              <a:defRPr sz="2400" b="true"/>
            </a:lvl1pPr>
            <a:lvl2pPr marL="457200" lvl="1" indent="0">
              <a:buNone/>
              <a:defRPr sz="2000" b="true"/>
            </a:lvl2pPr>
            <a:lvl3pPr marL="914400" lvl="2" indent="0">
              <a:buNone/>
              <a:defRPr sz="1800" b="true"/>
            </a:lvl3pPr>
            <a:lvl4pPr marL="1371600" lvl="3" indent="0">
              <a:buNone/>
              <a:defRPr sz="1600" b="true"/>
            </a:lvl4pPr>
            <a:lvl5pPr marL="1828800" lvl="4" indent="0">
              <a:buNone/>
              <a:defRPr sz="1600" b="true"/>
            </a:lvl5pPr>
            <a:lvl6pPr marL="2286000" lvl="5" indent="0">
              <a:buNone/>
              <a:defRPr sz="1600" b="true"/>
            </a:lvl6pPr>
            <a:lvl7pPr marL="2743200" lvl="6" indent="0">
              <a:buNone/>
              <a:defRPr sz="1600" b="true"/>
            </a:lvl7pPr>
            <a:lvl8pPr marL="3200400" lvl="7" indent="0">
              <a:buNone/>
              <a:defRPr sz="1600" b="true"/>
            </a:lvl8pPr>
            <a:lvl9pPr marL="3657600" lvl="8" indent="0">
              <a:buNone/>
              <a:defRPr sz="1600" b="true"/>
            </a:lvl9pPr>
          </a:lstStyle>
          <a:p>
            <a:pPr lvl="0"/>
            <a:r>
              <a:rPr lang="zh-CN"/>
              <a:t>单击此处编辑母版文本样式</a:t>
            </a:r>
            <a:endParaRPr/>
          </a:p>
        </p:txBody>
      </p:sp>
      <p:sp>
        <p:nvSpPr>
          <p:cNvPr id="35" name="内容占位符 3"/>
          <p:cNvSpPr>
            <a:spLocks noGrp="true"/>
          </p:cNvSpPr>
          <p:nvPr>
            <p:ph idx="2"/>
          </p:nvPr>
        </p:nvSpPr>
        <p:spPr>
          <a:xfrm>
            <a:off x="839788" y="2505075"/>
            <a:ext cx="5157787" cy="368458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36" name="文本占位符 4"/>
          <p:cNvSpPr>
            <a:spLocks noGrp="true"/>
          </p:cNvSpPr>
          <p:nvPr>
            <p:ph type="body" idx="3"/>
          </p:nvPr>
        </p:nvSpPr>
        <p:spPr>
          <a:xfrm>
            <a:off x="6172200" y="1681163"/>
            <a:ext cx="5183188" cy="823912"/>
          </a:xfrm>
        </p:spPr>
        <p:txBody>
          <a:bodyPr anchor="b"/>
          <a:lstStyle>
            <a:lvl1pPr marL="0" lvl="0" indent="0">
              <a:buNone/>
              <a:defRPr sz="2400" b="true"/>
            </a:lvl1pPr>
            <a:lvl2pPr marL="457200" lvl="1" indent="0">
              <a:buNone/>
              <a:defRPr sz="2000" b="true"/>
            </a:lvl2pPr>
            <a:lvl3pPr marL="914400" lvl="2" indent="0">
              <a:buNone/>
              <a:defRPr sz="1800" b="true"/>
            </a:lvl3pPr>
            <a:lvl4pPr marL="1371600" lvl="3" indent="0">
              <a:buNone/>
              <a:defRPr sz="1600" b="true"/>
            </a:lvl4pPr>
            <a:lvl5pPr marL="1828800" lvl="4" indent="0">
              <a:buNone/>
              <a:defRPr sz="1600" b="true"/>
            </a:lvl5pPr>
            <a:lvl6pPr marL="2286000" lvl="5" indent="0">
              <a:buNone/>
              <a:defRPr sz="1600" b="true"/>
            </a:lvl6pPr>
            <a:lvl7pPr marL="2743200" lvl="6" indent="0">
              <a:buNone/>
              <a:defRPr sz="1600" b="true"/>
            </a:lvl7pPr>
            <a:lvl8pPr marL="3200400" lvl="7" indent="0">
              <a:buNone/>
              <a:defRPr sz="1600" b="true"/>
            </a:lvl8pPr>
            <a:lvl9pPr marL="3657600" lvl="8" indent="0">
              <a:buNone/>
              <a:defRPr sz="1600" b="true"/>
            </a:lvl9pPr>
          </a:lstStyle>
          <a:p>
            <a:pPr lvl="0"/>
            <a:r>
              <a:rPr lang="zh-CN"/>
              <a:t>单击此处编辑母版文本样式</a:t>
            </a:r>
            <a:endParaRPr/>
          </a:p>
        </p:txBody>
      </p:sp>
      <p:sp>
        <p:nvSpPr>
          <p:cNvPr id="37" name="内容占位符 5"/>
          <p:cNvSpPr>
            <a:spLocks noGrp="true"/>
          </p:cNvSpPr>
          <p:nvPr>
            <p:ph idx="4"/>
          </p:nvPr>
        </p:nvSpPr>
        <p:spPr>
          <a:xfrm>
            <a:off x="6172200" y="2505075"/>
            <a:ext cx="5183188" cy="3684588"/>
          </a:xfrm>
        </p:spPr>
        <p:txBody>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38" name="日期占位符 6"/>
          <p:cNvSpPr>
            <a:spLocks noGrp="true"/>
          </p:cNvSpPr>
          <p:nvPr>
            <p:ph type="dt" idx="10"/>
          </p:nvPr>
        </p:nvSpPr>
        <p:spPr/>
        <p:txBody>
          <a:bodyPr/>
          <a:p>
            <a:pPr/>
            <a:fld id="{E19FF268-CF0C-4595-A6A8-A0B1FC2FEB42}" type="datetime1">
              <a:rPr lang="zh-CN"/>
              <a:t>2022/12/22</a:t>
            </a:fld>
            <a:endParaRPr lang="zh-CN"/>
          </a:p>
        </p:txBody>
      </p:sp>
      <p:sp>
        <p:nvSpPr>
          <p:cNvPr id="39" name="页脚占位符 7"/>
          <p:cNvSpPr>
            <a:spLocks noGrp="true"/>
          </p:cNvSpPr>
          <p:nvPr>
            <p:ph type="ftr" idx="11"/>
          </p:nvPr>
        </p:nvSpPr>
        <p:spPr/>
        <p:txBody>
          <a:bodyPr/>
          <a:p>
            <a:pPr/>
            <a:endParaRPr lang="zh-CN"/>
          </a:p>
        </p:txBody>
      </p:sp>
      <p:sp>
        <p:nvSpPr>
          <p:cNvPr id="40" name="灯片编号占位符 8"/>
          <p:cNvSpPr>
            <a:spLocks noGrp="true"/>
          </p:cNvSpPr>
          <p:nvPr>
            <p:ph type="sldNum" idx="12"/>
          </p:nvPr>
        </p:nvSpPr>
        <p:spPr/>
        <p:txBody>
          <a:bodyPr/>
          <a:p>
            <a:pPr/>
            <a:fld id="{63A90A56-B7DA-460C-8F46-95BFAF0AF95F}" type="slidenum">
              <a:rPr lang="zh-CN"/>
              <a:t>‹#›</a:t>
            </a:fld>
            <a:endParaRPr lang="zh-CN"/>
          </a:p>
        </p:txBody>
      </p:sp>
    </p:spTree>
  </p:cSld>
  <p:clrMapOvr>
    <a:masterClrMapping/>
  </p:clrMapOvr>
</p:sldLayout>
</file>

<file path=ppt/slideLayouts/slideLayout6.xml><?xml version="1.0" encoding="utf-8"?>
<p:sldLayout xmlns:a="http://schemas.openxmlformats.org/drawingml/2006/main" xmlns:p="http://schemas.openxmlformats.org/presentationml/2006/main">
  <p:cSld name="仅标题">
    <p:spTree>
      <p:nvGrpSpPr>
        <p:cNvPr id="41" name=""/>
        <p:cNvGrpSpPr/>
        <p:nvPr/>
      </p:nvGrpSpPr>
      <p:grpSpPr>
        <a:xfrm>
          <a:off x="0" y="0"/>
          <a:ext cx="0" cy="0"/>
          <a:chOff x="0" y="0"/>
          <a:chExt cx="0" cy="0"/>
        </a:xfrm>
      </p:grpSpPr>
      <p:sp>
        <p:nvSpPr>
          <p:cNvPr id="42" name="标题 1"/>
          <p:cNvSpPr>
            <a:spLocks noGrp="true"/>
          </p:cNvSpPr>
          <p:nvPr>
            <p:ph type="title"/>
          </p:nvPr>
        </p:nvSpPr>
        <p:spPr/>
        <p:txBody>
          <a:bodyPr/>
          <a:p>
            <a:pPr/>
            <a:r>
              <a:rPr lang="zh-CN"/>
              <a:t>单击此处编辑母版标题样式</a:t>
            </a:r>
            <a:endParaRPr/>
          </a:p>
        </p:txBody>
      </p:sp>
      <p:sp>
        <p:nvSpPr>
          <p:cNvPr id="43" name="日期占位符 2"/>
          <p:cNvSpPr>
            <a:spLocks noGrp="true"/>
          </p:cNvSpPr>
          <p:nvPr>
            <p:ph type="dt" idx="10"/>
          </p:nvPr>
        </p:nvSpPr>
        <p:spPr/>
        <p:txBody>
          <a:bodyPr/>
          <a:p>
            <a:pPr/>
            <a:fld id="{E05E0E50-3259-4429-AAEB-7BA10F2285FC}" type="datetime1">
              <a:rPr lang="zh-CN"/>
              <a:t>2022/12/22</a:t>
            </a:fld>
            <a:endParaRPr lang="zh-CN"/>
          </a:p>
        </p:txBody>
      </p:sp>
      <p:sp>
        <p:nvSpPr>
          <p:cNvPr id="44" name="页脚占位符 3"/>
          <p:cNvSpPr>
            <a:spLocks noGrp="true"/>
          </p:cNvSpPr>
          <p:nvPr>
            <p:ph type="ftr" idx="11"/>
          </p:nvPr>
        </p:nvSpPr>
        <p:spPr/>
        <p:txBody>
          <a:bodyPr/>
          <a:p>
            <a:pPr/>
            <a:endParaRPr lang="zh-CN"/>
          </a:p>
        </p:txBody>
      </p:sp>
      <p:sp>
        <p:nvSpPr>
          <p:cNvPr id="45" name="灯片编号占位符 4"/>
          <p:cNvSpPr>
            <a:spLocks noGrp="true"/>
          </p:cNvSpPr>
          <p:nvPr>
            <p:ph type="sldNum" idx="12"/>
          </p:nvPr>
        </p:nvSpPr>
        <p:spPr/>
        <p:txBody>
          <a:bodyPr/>
          <a:p>
            <a:pPr/>
            <a:fld id="{C2178EC5-58A4-4F44-B83C-34BE3E218ABE}" type="slidenum">
              <a:rPr lang="zh-CN"/>
              <a:t>‹#›</a:t>
            </a:fld>
            <a:endParaRPr lang="zh-CN"/>
          </a:p>
        </p:txBody>
      </p:sp>
    </p:spTree>
  </p:cSld>
  <p:clrMapOvr>
    <a:masterClrMapping/>
  </p:clrMapOvr>
</p:sldLayout>
</file>

<file path=ppt/slideLayouts/slideLayout7.xml><?xml version="1.0" encoding="utf-8"?>
<p:sldLayout xmlns:a="http://schemas.openxmlformats.org/drawingml/2006/main" xmlns:p="http://schemas.openxmlformats.org/presentationml/2006/main">
  <p:cSld name="空白">
    <p:spTree>
      <p:nvGrpSpPr>
        <p:cNvPr id="46" name=""/>
        <p:cNvGrpSpPr/>
        <p:nvPr/>
      </p:nvGrpSpPr>
      <p:grpSpPr>
        <a:xfrm>
          <a:off x="0" y="0"/>
          <a:ext cx="0" cy="0"/>
          <a:chOff x="0" y="0"/>
          <a:chExt cx="0" cy="0"/>
        </a:xfrm>
      </p:grpSpPr>
      <p:sp>
        <p:nvSpPr>
          <p:cNvPr id="47" name="日期占位符 1"/>
          <p:cNvSpPr>
            <a:spLocks noGrp="true"/>
          </p:cNvSpPr>
          <p:nvPr>
            <p:ph type="dt" idx="10"/>
          </p:nvPr>
        </p:nvSpPr>
        <p:spPr/>
        <p:txBody>
          <a:bodyPr/>
          <a:p>
            <a:pPr/>
            <a:fld id="{03EF5456-EA9D-47AD-816E-BBFCE6D3FB5C}" type="datetime1">
              <a:rPr lang="zh-CN"/>
              <a:t>2022/12/22</a:t>
            </a:fld>
            <a:endParaRPr lang="zh-CN"/>
          </a:p>
        </p:txBody>
      </p:sp>
      <p:sp>
        <p:nvSpPr>
          <p:cNvPr id="48" name="页脚占位符 2"/>
          <p:cNvSpPr>
            <a:spLocks noGrp="true"/>
          </p:cNvSpPr>
          <p:nvPr>
            <p:ph type="ftr" idx="11"/>
          </p:nvPr>
        </p:nvSpPr>
        <p:spPr/>
        <p:txBody>
          <a:bodyPr/>
          <a:p>
            <a:pPr/>
            <a:endParaRPr lang="zh-CN"/>
          </a:p>
        </p:txBody>
      </p:sp>
      <p:sp>
        <p:nvSpPr>
          <p:cNvPr id="49" name="灯片编号占位符 3"/>
          <p:cNvSpPr>
            <a:spLocks noGrp="true"/>
          </p:cNvSpPr>
          <p:nvPr>
            <p:ph type="sldNum" idx="12"/>
          </p:nvPr>
        </p:nvSpPr>
        <p:spPr/>
        <p:txBody>
          <a:bodyPr/>
          <a:p>
            <a:pPr/>
            <a:fld id="{E3199BA4-F8C4-48F6-BF3D-6D4BD834E815}" type="slidenum">
              <a:rPr lang="zh-CN"/>
              <a:t>‹#›</a:t>
            </a:fld>
            <a:endParaRPr lang="zh-CN"/>
          </a:p>
        </p:txBody>
      </p:sp>
    </p:spTree>
  </p:cSld>
  <p:clrMapOvr>
    <a:masterClrMapping/>
  </p:clrMapOvr>
</p:sldLayout>
</file>

<file path=ppt/slideLayouts/slideLayout8.xml><?xml version="1.0" encoding="utf-8"?>
<p:sldLayout xmlns:a="http://schemas.openxmlformats.org/drawingml/2006/main" xmlns:p="http://schemas.openxmlformats.org/presentationml/2006/main">
  <p:cSld name="内容与标题">
    <p:spTree>
      <p:nvGrpSpPr>
        <p:cNvPr id="50" name=""/>
        <p:cNvGrpSpPr/>
        <p:nvPr/>
      </p:nvGrpSpPr>
      <p:grpSpPr>
        <a:xfrm>
          <a:off x="0" y="0"/>
          <a:ext cx="0" cy="0"/>
          <a:chOff x="0" y="0"/>
          <a:chExt cx="0" cy="0"/>
        </a:xfrm>
      </p:grpSpPr>
      <p:sp>
        <p:nvSpPr>
          <p:cNvPr id="51" name="标题 1"/>
          <p:cNvSpPr>
            <a:spLocks noGrp="true"/>
          </p:cNvSpPr>
          <p:nvPr>
            <p:ph type="title"/>
          </p:nvPr>
        </p:nvSpPr>
        <p:spPr>
          <a:xfrm>
            <a:off x="839788" y="457200"/>
            <a:ext cx="3932237" cy="1600200"/>
          </a:xfrm>
        </p:spPr>
        <p:txBody>
          <a:bodyPr anchor="b"/>
          <a:lstStyle>
            <a:lvl1pPr lvl="0">
              <a:defRPr sz="3200"/>
            </a:lvl1pPr>
          </a:lstStyle>
          <a:p>
            <a:pPr/>
            <a:r>
              <a:rPr lang="zh-CN"/>
              <a:t>单击此处编辑母版标题样式</a:t>
            </a:r>
            <a:endParaRPr/>
          </a:p>
        </p:txBody>
      </p:sp>
      <p:sp>
        <p:nvSpPr>
          <p:cNvPr id="52" name="内容占位符 2"/>
          <p:cNvSpPr>
            <a:spLocks noGrp="true"/>
          </p:cNvSpPr>
          <p:nvPr>
            <p:ph idx="1"/>
          </p:nvPr>
        </p:nvSpPr>
        <p:spPr>
          <a:xfrm>
            <a:off x="5183188" y="987425"/>
            <a:ext cx="6172200" cy="4873625"/>
          </a:xfr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53" name="文本占位符 3"/>
          <p:cNvSpPr>
            <a:spLocks noGrp="true"/>
          </p:cNvSpPr>
          <p:nvPr>
            <p:ph type="body" idx="2"/>
          </p:nvPr>
        </p:nvSpPr>
        <p:spPr>
          <a:xfrm>
            <a:off x="839788" y="2057400"/>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t>单击此处编辑母版文本样式</a:t>
            </a:r>
            <a:endParaRPr/>
          </a:p>
        </p:txBody>
      </p:sp>
      <p:sp>
        <p:nvSpPr>
          <p:cNvPr id="54" name="日期占位符 4"/>
          <p:cNvSpPr>
            <a:spLocks noGrp="true"/>
          </p:cNvSpPr>
          <p:nvPr>
            <p:ph type="dt" idx="10"/>
          </p:nvPr>
        </p:nvSpPr>
        <p:spPr/>
        <p:txBody>
          <a:bodyPr/>
          <a:p>
            <a:pPr/>
            <a:fld id="{BDD0B665-21F2-4210-A0AB-1FF516ABB0EC}" type="datetime1">
              <a:rPr lang="zh-CN"/>
              <a:t>2022/12/22</a:t>
            </a:fld>
            <a:endParaRPr lang="zh-CN"/>
          </a:p>
        </p:txBody>
      </p:sp>
      <p:sp>
        <p:nvSpPr>
          <p:cNvPr id="55" name="页脚占位符 5"/>
          <p:cNvSpPr>
            <a:spLocks noGrp="true"/>
          </p:cNvSpPr>
          <p:nvPr>
            <p:ph type="ftr" idx="11"/>
          </p:nvPr>
        </p:nvSpPr>
        <p:spPr/>
        <p:txBody>
          <a:bodyPr/>
          <a:p>
            <a:pPr/>
            <a:endParaRPr lang="zh-CN"/>
          </a:p>
        </p:txBody>
      </p:sp>
      <p:sp>
        <p:nvSpPr>
          <p:cNvPr id="56" name="灯片编号占位符 6"/>
          <p:cNvSpPr>
            <a:spLocks noGrp="true"/>
          </p:cNvSpPr>
          <p:nvPr>
            <p:ph type="sldNum" idx="12"/>
          </p:nvPr>
        </p:nvSpPr>
        <p:spPr/>
        <p:txBody>
          <a:bodyPr/>
          <a:p>
            <a:pPr/>
            <a:fld id="{D3120986-D9F8-450A-8E8A-7B53A97B66E9}" type="slidenum">
              <a:rPr lang="zh-CN"/>
              <a:t>‹#›</a:t>
            </a:fld>
            <a:endParaRPr lang="zh-CN"/>
          </a:p>
        </p:txBody>
      </p:sp>
    </p:spTree>
  </p:cSld>
  <p:clrMapOvr>
    <a:masterClrMapping/>
  </p:clrMapOvr>
</p:sldLayout>
</file>

<file path=ppt/slideLayouts/slideLayout9.xml><?xml version="1.0" encoding="utf-8"?>
<p:sldLayout xmlns:a="http://schemas.openxmlformats.org/drawingml/2006/main" xmlns:p="http://schemas.openxmlformats.org/presentationml/2006/main">
  <p:cSld name="图片与标题">
    <p:spTree>
      <p:nvGrpSpPr>
        <p:cNvPr id="57" name=""/>
        <p:cNvGrpSpPr/>
        <p:nvPr/>
      </p:nvGrpSpPr>
      <p:grpSpPr>
        <a:xfrm>
          <a:off x="0" y="0"/>
          <a:ext cx="0" cy="0"/>
          <a:chOff x="0" y="0"/>
          <a:chExt cx="0" cy="0"/>
        </a:xfrm>
      </p:grpSpPr>
      <p:sp>
        <p:nvSpPr>
          <p:cNvPr id="58" name="标题 1"/>
          <p:cNvSpPr>
            <a:spLocks noGrp="true"/>
          </p:cNvSpPr>
          <p:nvPr>
            <p:ph type="title"/>
          </p:nvPr>
        </p:nvSpPr>
        <p:spPr>
          <a:xfrm>
            <a:off x="839788" y="457200"/>
            <a:ext cx="3932237" cy="1600200"/>
          </a:xfrm>
        </p:spPr>
        <p:txBody>
          <a:bodyPr anchor="b"/>
          <a:lstStyle>
            <a:lvl1pPr lvl="0">
              <a:defRPr sz="3200"/>
            </a:lvl1pPr>
          </a:lstStyle>
          <a:p>
            <a:pPr/>
            <a:r>
              <a:rPr lang="zh-CN"/>
              <a:t>单击此处编辑母版标题样式</a:t>
            </a:r>
            <a:endParaRPr/>
          </a:p>
        </p:txBody>
      </p:sp>
      <p:sp>
        <p:nvSpPr>
          <p:cNvPr id="59" name="图片占位符 2"/>
          <p:cNvSpPr>
            <a:spLocks noGrp="true"/>
          </p:cNvSpPr>
          <p:nvPr>
            <p:ph type="pic" idx="1"/>
          </p:nvPr>
        </p:nvSpPr>
        <p:spPr>
          <a:xfrm>
            <a:off x="5183188" y="987425"/>
            <a:ext cx="6172200" cy="4873625"/>
          </a:xfr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pPr/>
            <a:endParaRPr lang="zh-CN"/>
          </a:p>
        </p:txBody>
      </p:sp>
      <p:sp>
        <p:nvSpPr>
          <p:cNvPr id="60" name="文本占位符 3"/>
          <p:cNvSpPr>
            <a:spLocks noGrp="true"/>
          </p:cNvSpPr>
          <p:nvPr>
            <p:ph type="body" idx="2"/>
          </p:nvPr>
        </p:nvSpPr>
        <p:spPr>
          <a:xfrm>
            <a:off x="839788" y="2057400"/>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t>单击此处编辑母版文本样式</a:t>
            </a:r>
            <a:endParaRPr/>
          </a:p>
        </p:txBody>
      </p:sp>
      <p:sp>
        <p:nvSpPr>
          <p:cNvPr id="61" name="日期占位符 4"/>
          <p:cNvSpPr>
            <a:spLocks noGrp="true"/>
          </p:cNvSpPr>
          <p:nvPr>
            <p:ph type="dt" idx="10"/>
          </p:nvPr>
        </p:nvSpPr>
        <p:spPr/>
        <p:txBody>
          <a:bodyPr/>
          <a:p>
            <a:pPr/>
            <a:fld id="{4E233BD8-DB7E-4E6E-9456-6D1E77C88269}" type="datetime1">
              <a:rPr lang="zh-CN"/>
              <a:t>2022/12/22</a:t>
            </a:fld>
            <a:endParaRPr lang="zh-CN"/>
          </a:p>
        </p:txBody>
      </p:sp>
      <p:sp>
        <p:nvSpPr>
          <p:cNvPr id="62" name="页脚占位符 5"/>
          <p:cNvSpPr>
            <a:spLocks noGrp="true"/>
          </p:cNvSpPr>
          <p:nvPr>
            <p:ph type="ftr" idx="11"/>
          </p:nvPr>
        </p:nvSpPr>
        <p:spPr/>
        <p:txBody>
          <a:bodyPr/>
          <a:p>
            <a:pPr/>
            <a:endParaRPr lang="zh-CN"/>
          </a:p>
        </p:txBody>
      </p:sp>
      <p:sp>
        <p:nvSpPr>
          <p:cNvPr id="63" name="灯片编号占位符 6"/>
          <p:cNvSpPr>
            <a:spLocks noGrp="true"/>
          </p:cNvSpPr>
          <p:nvPr>
            <p:ph type="sldNum" idx="12"/>
          </p:nvPr>
        </p:nvSpPr>
        <p:spPr/>
        <p:txBody>
          <a:bodyPr/>
          <a:p>
            <a:pPr/>
            <a:fld id="{747CCC7F-E1A2-469B-A337-764C3DF07313}" type="slidenum">
              <a:rPr lang="zh-CN"/>
              <a:t>‹#›</a:t>
            </a:fld>
            <a:endParaRPr lang="zh-CN"/>
          </a:p>
        </p:txBody>
      </p:sp>
    </p:spTree>
  </p:cSld>
  <p:clrMapOvr>
    <a:masterClrMapping/>
  </p:clrMapOvr>
</p:sldLayout>
</file>

<file path=ppt/slideLayouts/slideLayout10.xml><?xml version="1.0" encoding="utf-8"?>
<p:sldLayout xmlns:a="http://schemas.openxmlformats.org/drawingml/2006/main" xmlns:p="http://schemas.openxmlformats.org/presentationml/2006/main">
  <p:cSld name="标题和竖排文字">
    <p:spTree>
      <p:nvGrpSpPr>
        <p:cNvPr id="64" name=""/>
        <p:cNvGrpSpPr/>
        <p:nvPr/>
      </p:nvGrpSpPr>
      <p:grpSpPr>
        <a:xfrm>
          <a:off x="0" y="0"/>
          <a:ext cx="0" cy="0"/>
          <a:chOff x="0" y="0"/>
          <a:chExt cx="0" cy="0"/>
        </a:xfrm>
      </p:grpSpPr>
      <p:sp>
        <p:nvSpPr>
          <p:cNvPr id="65" name="标题 1"/>
          <p:cNvSpPr>
            <a:spLocks noGrp="true"/>
          </p:cNvSpPr>
          <p:nvPr>
            <p:ph type="title"/>
          </p:nvPr>
        </p:nvSpPr>
        <p:spPr/>
        <p:txBody>
          <a:bodyPr/>
          <a:p>
            <a:pPr/>
            <a:r>
              <a:rPr lang="zh-CN"/>
              <a:t>单击此处编辑母版标题样式</a:t>
            </a:r>
            <a:endParaRPr/>
          </a:p>
        </p:txBody>
      </p:sp>
      <p:sp>
        <p:nvSpPr>
          <p:cNvPr id="66" name="竖排文字占位符 2"/>
          <p:cNvSpPr>
            <a:spLocks noGrp="true"/>
          </p:cNvSpPr>
          <p:nvPr>
            <p:ph type="body" idx="1"/>
          </p:nvPr>
        </p:nvSpPr>
        <p:spPr/>
        <p:txBody>
          <a:bodyPr vert="eaVert"/>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67" name="日期占位符 3"/>
          <p:cNvSpPr>
            <a:spLocks noGrp="true"/>
          </p:cNvSpPr>
          <p:nvPr>
            <p:ph type="dt" idx="10"/>
          </p:nvPr>
        </p:nvSpPr>
        <p:spPr/>
        <p:txBody>
          <a:bodyPr/>
          <a:p>
            <a:pPr/>
            <a:fld id="{9772B07E-4E44-4E95-89AF-F1EF6F4CC7EC}" type="datetime1">
              <a:rPr lang="zh-CN"/>
              <a:t>2022/12/22</a:t>
            </a:fld>
            <a:endParaRPr lang="zh-CN"/>
          </a:p>
        </p:txBody>
      </p:sp>
      <p:sp>
        <p:nvSpPr>
          <p:cNvPr id="68" name="页脚占位符 4"/>
          <p:cNvSpPr>
            <a:spLocks noGrp="true"/>
          </p:cNvSpPr>
          <p:nvPr>
            <p:ph type="ftr" idx="11"/>
          </p:nvPr>
        </p:nvSpPr>
        <p:spPr/>
        <p:txBody>
          <a:bodyPr/>
          <a:p>
            <a:pPr/>
            <a:endParaRPr lang="zh-CN"/>
          </a:p>
        </p:txBody>
      </p:sp>
      <p:sp>
        <p:nvSpPr>
          <p:cNvPr id="69" name="灯片编号占位符 5"/>
          <p:cNvSpPr>
            <a:spLocks noGrp="true"/>
          </p:cNvSpPr>
          <p:nvPr>
            <p:ph type="sldNum" idx="12"/>
          </p:nvPr>
        </p:nvSpPr>
        <p:spPr/>
        <p:txBody>
          <a:bodyPr/>
          <a:p>
            <a:pPr/>
            <a:fld id="{10D47AF7-089F-4725-8B45-DEA8A59F6C62}" type="slidenum">
              <a:rPr lang="zh-CN"/>
              <a:t>‹#›</a:t>
            </a:fld>
            <a:endParaRPr lang="zh-CN"/>
          </a:p>
        </p:txBody>
      </p:sp>
    </p:spTree>
  </p:cSld>
  <p:clrMapOvr>
    <a:masterClrMapping/>
  </p:clrMapOvr>
</p:sldLayout>
</file>

<file path=ppt/slideLayouts/slideLayout11.xml><?xml version="1.0" encoding="utf-8"?>
<p:sldLayout xmlns:a="http://schemas.openxmlformats.org/drawingml/2006/main" xmlns:p="http://schemas.openxmlformats.org/presentationml/2006/main">
  <p:cSld name="竖排标题与文本">
    <p:spTree>
      <p:nvGrpSpPr>
        <p:cNvPr id="13" name=""/>
        <p:cNvGrpSpPr/>
        <p:nvPr/>
      </p:nvGrpSpPr>
      <p:grpSpPr>
        <a:xfrm>
          <a:off x="0" y="0"/>
          <a:ext cx="0" cy="0"/>
          <a:chOff x="0" y="0"/>
          <a:chExt cx="0" cy="0"/>
        </a:xfrm>
      </p:grpSpPr>
      <p:sp>
        <p:nvSpPr>
          <p:cNvPr id="14" name="竖排标题 1"/>
          <p:cNvSpPr>
            <a:spLocks noGrp="true"/>
          </p:cNvSpPr>
          <p:nvPr>
            <p:ph type="title"/>
          </p:nvPr>
        </p:nvSpPr>
        <p:spPr>
          <a:xfrm>
            <a:off x="8724900" y="365125"/>
            <a:ext cx="2628900" cy="5811838"/>
          </a:xfrm>
        </p:spPr>
        <p:txBody>
          <a:bodyPr vert="eaVert"/>
          <a:p>
            <a:pPr/>
            <a:r>
              <a:rPr lang="zh-CN"/>
              <a:t>单击此处编辑母版标题样式</a:t>
            </a:r>
            <a:endParaRPr/>
          </a:p>
        </p:txBody>
      </p:sp>
      <p:sp>
        <p:nvSpPr>
          <p:cNvPr id="15" name="竖排文字占位符 2"/>
          <p:cNvSpPr>
            <a:spLocks noGrp="true"/>
          </p:cNvSpPr>
          <p:nvPr>
            <p:ph type="body" idx="1"/>
          </p:nvPr>
        </p:nvSpPr>
        <p:spPr>
          <a:xfrm>
            <a:off x="838200" y="365125"/>
            <a:ext cx="7734300" cy="5811838"/>
          </a:xfrm>
        </p:spPr>
        <p:txBody>
          <a:bodyPr vert="eaVert"/>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16" name="日期占位符 3"/>
          <p:cNvSpPr>
            <a:spLocks noGrp="true"/>
          </p:cNvSpPr>
          <p:nvPr>
            <p:ph type="dt" idx="10"/>
          </p:nvPr>
        </p:nvSpPr>
        <p:spPr/>
        <p:txBody>
          <a:bodyPr/>
          <a:p>
            <a:pPr/>
            <a:fld id="{17AA1729-FFEC-4670-BE57-9BB1B6CF1583}" type="datetime1">
              <a:rPr lang="zh-CN"/>
              <a:t>2022/12/22</a:t>
            </a:fld>
            <a:endParaRPr lang="zh-CN"/>
          </a:p>
        </p:txBody>
      </p:sp>
      <p:sp>
        <p:nvSpPr>
          <p:cNvPr id="17" name="页脚占位符 4"/>
          <p:cNvSpPr>
            <a:spLocks noGrp="true"/>
          </p:cNvSpPr>
          <p:nvPr>
            <p:ph type="ftr" idx="11"/>
          </p:nvPr>
        </p:nvSpPr>
        <p:spPr/>
        <p:txBody>
          <a:bodyPr/>
          <a:p>
            <a:pPr/>
            <a:endParaRPr lang="zh-CN"/>
          </a:p>
        </p:txBody>
      </p:sp>
      <p:sp>
        <p:nvSpPr>
          <p:cNvPr id="18" name="灯片编号占位符 5"/>
          <p:cNvSpPr>
            <a:spLocks noGrp="true"/>
          </p:cNvSpPr>
          <p:nvPr>
            <p:ph type="sldNum" idx="12"/>
          </p:nvPr>
        </p:nvSpPr>
        <p:spPr/>
        <p:txBody>
          <a:bodyPr/>
          <a:p>
            <a:pPr/>
            <a:fld id="{A7AACFD0-6D64-47CD-A483-D6FD45307366}" type="slidenum">
              <a:rPr lang="zh-CN"/>
              <a:t>‹#›</a:t>
            </a:fld>
            <a:endParaRPr lang="zh-CN"/>
          </a:p>
        </p:txBody>
      </p:sp>
    </p:spTree>
  </p:cSld>
  <p:clrMapOvr>
    <a:masterClrMapping/>
  </p:clrMapOvr>
</p:sldLayout>
</file>

<file path=ppt/slideMasters/_rels/slideMaster1.xml.rels><?xml version="1.0" encoding="UTF-8" standalone="yes"?><Relationships xmlns="http://schemas.openxmlformats.org/package/2006/relationships"><Relationship Id="rId8" Type="http://schemas.openxmlformats.org/officeDocument/2006/relationships/slideLayout" Target="../slideLayouts/slideLayout9.xml" /><Relationship Id="rId7" Type="http://schemas.openxmlformats.org/officeDocument/2006/relationships/slideLayout" Target="../slideLayouts/slideLayout8.xml" /><Relationship Id="rId6" Type="http://schemas.openxmlformats.org/officeDocument/2006/relationships/slideLayout" Target="../slideLayouts/slideLayout7.xml" /><Relationship Id="rId5" Type="http://schemas.openxmlformats.org/officeDocument/2006/relationships/slideLayout" Target="../slideLayouts/slideLayout6.xml" /><Relationship Id="rId0" Type="http://schemas.openxmlformats.org/officeDocument/2006/relationships/slideLayout" Target="../slideLayouts/slideLayout1.xml" /><Relationship Id="rId10" Type="http://schemas.openxmlformats.org/officeDocument/2006/relationships/slideLayout" Target="../slideLayouts/slideLayout11.xml" /><Relationship Id="rId9" Type="http://schemas.openxmlformats.org/officeDocument/2006/relationships/slideLayout" Target="../slideLayouts/slideLayout10.xml" /><Relationship Id="rId2" Type="http://schemas.openxmlformats.org/officeDocument/2006/relationships/slideLayout" Target="../slideLayouts/slideLayout3.xml" /><Relationship Id="rId11" Type="http://schemas.openxmlformats.org/officeDocument/2006/relationships/theme" Target="../theme/theme1.xml" /><Relationship Id="rId4" Type="http://schemas.openxmlformats.org/officeDocument/2006/relationships/slideLayout" Target="../slideLayouts/slideLayout5.xml" /><Relationship Id="rId1" Type="http://schemas.openxmlformats.org/officeDocument/2006/relationships/slideLayout" Target="../slideLayouts/slideLayout2.xml" /><Relationship Id="rId3"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solidFill>
      </p:bgPr>
    </p:bg>
    <p:spTree>
      <p:nvGrpSpPr>
        <p:cNvPr id="1" name=""/>
        <p:cNvGrpSpPr/>
        <p:nvPr/>
      </p:nvGrpSpPr>
      <p:grpSpPr>
        <a:xfrm>
          <a:off x="0" y="0"/>
          <a:ext cx="0" cy="0"/>
          <a:chOff x="0" y="0"/>
          <a:chExt cx="0" cy="0"/>
        </a:xfrm>
      </p:grpSpPr>
      <p:sp>
        <p:nvSpPr>
          <p:cNvPr id="2" name="标题占位符 1"/>
          <p:cNvSpPr>
            <a:spLocks noGrp="true"/>
          </p:cNvSpPr>
          <p:nvPr>
            <p:ph type="title"/>
          </p:nvPr>
        </p:nvSpPr>
        <p:spPr>
          <a:xfrm>
            <a:off x="838200" y="365125"/>
            <a:ext cx="10515600" cy="1325563"/>
          </a:xfrm>
          <a:prstGeom prst="rect"/>
        </p:spPr>
        <p:txBody>
          <a:bodyPr vert="horz" lIns="91440" tIns="45720" rIns="91440" bIns="45720" anchor="ctr">
            <a:normAutofit/>
          </a:bodyPr>
          <a:p>
            <a:pPr/>
            <a:r>
              <a:rPr lang="zh-CN"/>
              <a:t>单击此处编辑母版标题样式</a:t>
            </a:r>
            <a:endParaRPr/>
          </a:p>
        </p:txBody>
      </p:sp>
      <p:sp>
        <p:nvSpPr>
          <p:cNvPr id="3" name="文本占位符 2"/>
          <p:cNvSpPr>
            <a:spLocks noGrp="true"/>
          </p:cNvSpPr>
          <p:nvPr>
            <p:ph type="body" idx="1"/>
          </p:nvPr>
        </p:nvSpPr>
        <p:spPr>
          <a:xfrm>
            <a:off x="838200" y="1825625"/>
            <a:ext cx="10515600" cy="4351338"/>
          </a:xfrm>
          <a:prstGeom prst="rect"/>
        </p:spPr>
        <p:txBody>
          <a:bodyPr vert="horz" lIns="91440" tIns="45720" rIns="91440" bIns="45720">
            <a:normAutofit/>
          </a:bodyPr>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4" name="日期占位符 3"/>
          <p:cNvSpPr>
            <a:spLocks noGrp="true"/>
          </p:cNvSpPr>
          <p:nvPr>
            <p:ph type="dt" idx="2"/>
          </p:nvPr>
        </p:nvSpPr>
        <p:spPr>
          <a:xfrm>
            <a:off x="838200" y="6356350"/>
            <a:ext cx="2743200" cy="365125"/>
          </a:xfrm>
          <a:prstGeom prst="rect"/>
        </p:spPr>
        <p:txBody>
          <a:bodyPr vert="horz" lIns="91440" tIns="45720" rIns="91440" bIns="45720" anchor="ctr"/>
          <a:lstStyle>
            <a:lvl1pPr lvl="0" algn="l">
              <a:defRPr sz="1200">
                <a:solidFill>
                  <a:schemeClr val="tx1">
                    <a:tint val="75000"/>
                  </a:schemeClr>
                </a:solidFill>
              </a:defRPr>
            </a:lvl1pPr>
          </a:lstStyle>
          <a:p>
            <a:pPr/>
            <a:fld id="{C14ADBE2-30DF-480B-A5CC-C216012A8DE2}" type="datetime1">
              <a:rPr lang="zh-CN"/>
              <a:t>2022/12/22</a:t>
            </a:fld>
            <a:endParaRPr lang="zh-CN"/>
          </a:p>
        </p:txBody>
      </p:sp>
      <p:sp>
        <p:nvSpPr>
          <p:cNvPr id="5" name="页脚占位符 4"/>
          <p:cNvSpPr>
            <a:spLocks noGrp="true"/>
          </p:cNvSpPr>
          <p:nvPr>
            <p:ph type="ftr" idx="3"/>
          </p:nvPr>
        </p:nvSpPr>
        <p:spPr>
          <a:xfrm>
            <a:off x="4038600" y="6356350"/>
            <a:ext cx="4114800" cy="365125"/>
          </a:xfrm>
          <a:prstGeom prst="rect"/>
        </p:spPr>
        <p:txBody>
          <a:bodyPr vert="horz" lIns="91440" tIns="45720" rIns="91440" bIns="45720" anchor="ctr"/>
          <a:lstStyle>
            <a:lvl1pPr lvl="0" algn="ctr">
              <a:defRPr sz="1200">
                <a:solidFill>
                  <a:schemeClr val="tx1">
                    <a:tint val="75000"/>
                  </a:schemeClr>
                </a:solidFill>
              </a:defRPr>
            </a:lvl1pPr>
          </a:lstStyle>
          <a:p>
            <a:pPr/>
            <a:endParaRPr lang="zh-CN"/>
          </a:p>
        </p:txBody>
      </p:sp>
      <p:sp>
        <p:nvSpPr>
          <p:cNvPr id="6" name="灯片编号占位符 5"/>
          <p:cNvSpPr>
            <a:spLocks noGrp="true"/>
          </p:cNvSpPr>
          <p:nvPr>
            <p:ph type="sldNum" idx="4"/>
          </p:nvPr>
        </p:nvSpPr>
        <p:spPr>
          <a:xfrm>
            <a:off x="8610600" y="6356350"/>
            <a:ext cx="2743200" cy="365125"/>
          </a:xfrm>
          <a:prstGeom prst="rect"/>
        </p:spPr>
        <p:txBody>
          <a:bodyPr vert="horz" lIns="91440" tIns="45720" rIns="91440" bIns="45720" anchor="ctr"/>
          <a:lstStyle>
            <a:lvl1pPr lvl="0" algn="r">
              <a:defRPr sz="1200">
                <a:solidFill>
                  <a:schemeClr val="tx1">
                    <a:tint val="75000"/>
                  </a:schemeClr>
                </a:solidFill>
              </a:defRPr>
            </a:lvl1pPr>
          </a:lstStyle>
          <a:p>
            <a:pPr/>
            <a:fld id="{DD09DED9-3562-4003-9ED4-F9F7C2DA97F0}"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0"/>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lvl="0" algn="l" defTabSz="914400">
        <a:lnSpc>
          <a:spcPct val="130000"/>
        </a:lnSpc>
        <a:spcBef>
          <a:spcPct val="1"/>
        </a:spcBef>
        <a:buNone/>
        <a:defRPr sz="4400" kern="1200">
          <a:solidFill>
            <a:schemeClr val="tx1"/>
          </a:solidFill>
          <a:latin typeface="Arial"/>
          <a:ea typeface="Microsoft YaHei"/>
        </a:defRPr>
      </a:lvl1pPr>
    </p:titleStyle>
    <p:bodyStyle>
      <a:lvl1pPr marL="228600" lvl="0" indent="-228600" algn="l" defTabSz="914400">
        <a:lnSpc>
          <a:spcPct val="130000"/>
        </a:lnSpc>
        <a:spcBef>
          <a:spcPts val="1000"/>
        </a:spcBef>
        <a:buFont typeface="Arial" charset="0"/>
        <a:buChar char="•"/>
        <a:defRPr sz="2800" kern="1200">
          <a:solidFill>
            <a:schemeClr val="tx1"/>
          </a:solidFill>
          <a:latin typeface="Arial"/>
          <a:ea typeface="Microsoft YaHei"/>
        </a:defRPr>
      </a:lvl1pPr>
      <a:lvl2pPr marL="685800" lvl="1" indent="-228600" algn="l" defTabSz="914400">
        <a:lnSpc>
          <a:spcPct val="130000"/>
        </a:lnSpc>
        <a:spcBef>
          <a:spcPts val="500"/>
        </a:spcBef>
        <a:buFont typeface="Arial" charset="0"/>
        <a:buChar char="•"/>
        <a:defRPr sz="2400" kern="1200">
          <a:solidFill>
            <a:schemeClr val="tx1"/>
          </a:solidFill>
          <a:latin typeface="Arial"/>
          <a:ea typeface="Microsoft YaHei"/>
        </a:defRPr>
      </a:lvl2pPr>
      <a:lvl3pPr marL="1143000" lvl="2" indent="-228600" algn="l" defTabSz="914400">
        <a:lnSpc>
          <a:spcPct val="130000"/>
        </a:lnSpc>
        <a:spcBef>
          <a:spcPts val="500"/>
        </a:spcBef>
        <a:buFont typeface="Arial" charset="0"/>
        <a:buChar char="•"/>
        <a:defRPr sz="2000" kern="1200">
          <a:solidFill>
            <a:schemeClr val="tx1"/>
          </a:solidFill>
          <a:latin typeface="Arial"/>
          <a:ea typeface="Microsoft YaHei"/>
        </a:defRPr>
      </a:lvl3pPr>
      <a:lvl4pPr marL="1600200" lvl="3" indent="-228600" algn="l" defTabSz="914400">
        <a:lnSpc>
          <a:spcPct val="130000"/>
        </a:lnSpc>
        <a:spcBef>
          <a:spcPts val="500"/>
        </a:spcBef>
        <a:buFont typeface="Arial" charset="0"/>
        <a:buChar char="•"/>
        <a:defRPr sz="1800" kern="1200">
          <a:solidFill>
            <a:schemeClr val="tx1"/>
          </a:solidFill>
          <a:latin typeface="Arial"/>
          <a:ea typeface="Microsoft YaHei"/>
        </a:defRPr>
      </a:lvl4pPr>
      <a:lvl5pPr marL="2057400" lvl="4" indent="-228600" algn="l" defTabSz="914400">
        <a:lnSpc>
          <a:spcPct val="130000"/>
        </a:lnSpc>
        <a:spcBef>
          <a:spcPts val="500"/>
        </a:spcBef>
        <a:buFont typeface="Arial" charset="0"/>
        <a:buChar char="•"/>
        <a:defRPr sz="1800" kern="1200">
          <a:solidFill>
            <a:schemeClr val="tx1"/>
          </a:solidFill>
          <a:latin typeface="Arial"/>
          <a:ea typeface="Microsoft YaHei"/>
        </a:defRPr>
      </a:lvl5pPr>
      <a:lvl6pPr marL="2514600" lvl="5" indent="-228600" algn="l" defTabSz="914400">
        <a:lnSpc>
          <a:spcPct val="130000"/>
        </a:lnSpc>
        <a:spcBef>
          <a:spcPts val="500"/>
        </a:spcBef>
        <a:buFont typeface="Arial" charset="0"/>
        <a:buChar char="•"/>
        <a:defRPr sz="1800" kern="1200">
          <a:solidFill>
            <a:schemeClr val="tx1"/>
          </a:solidFill>
          <a:latin typeface="Arial"/>
          <a:ea typeface="Microsoft YaHei"/>
        </a:defRPr>
      </a:lvl6pPr>
      <a:lvl7pPr marL="2971800" lvl="6" indent="-228600" algn="l" defTabSz="914400">
        <a:lnSpc>
          <a:spcPct val="130000"/>
        </a:lnSpc>
        <a:spcBef>
          <a:spcPts val="500"/>
        </a:spcBef>
        <a:buFont typeface="Arial" charset="0"/>
        <a:buChar char="•"/>
        <a:defRPr sz="1800" kern="1200">
          <a:solidFill>
            <a:schemeClr val="tx1"/>
          </a:solidFill>
          <a:latin typeface="Arial"/>
          <a:ea typeface="Microsoft YaHei"/>
        </a:defRPr>
      </a:lvl7pPr>
      <a:lvl8pPr marL="3429000" lvl="7" indent="-228600" algn="l" defTabSz="914400">
        <a:lnSpc>
          <a:spcPct val="130000"/>
        </a:lnSpc>
        <a:spcBef>
          <a:spcPts val="500"/>
        </a:spcBef>
        <a:buFont typeface="Arial" charset="0"/>
        <a:buChar char="•"/>
        <a:defRPr sz="1800" kern="1200">
          <a:solidFill>
            <a:schemeClr val="tx1"/>
          </a:solidFill>
          <a:latin typeface="Arial"/>
          <a:ea typeface="Microsoft YaHei"/>
        </a:defRPr>
      </a:lvl8pPr>
      <a:lvl9pPr marL="3886200" lvl="8" indent="-228600" algn="l" defTabSz="914400">
        <a:lnSpc>
          <a:spcPct val="130000"/>
        </a:lnSpc>
        <a:spcBef>
          <a:spcPts val="500"/>
        </a:spcBef>
        <a:buFont typeface="Arial" charset="0"/>
        <a:buChar char="•"/>
        <a:defRPr sz="1800" kern="1200">
          <a:solidFill>
            <a:schemeClr val="tx1"/>
          </a:solidFill>
          <a:latin typeface="Arial"/>
          <a:ea typeface="Microsoft YaHei"/>
        </a:defRPr>
      </a:lvl9pPr>
    </p:bodyStyle>
    <p:otherStyle>
      <a:lvl1pPr marL="0" lvl="0" algn="l" defTabSz="914400">
        <a:lnSpc>
          <a:spcPct val="130000"/>
        </a:lnSpc>
        <a:defRPr sz="1800" kern="1200">
          <a:solidFill>
            <a:schemeClr val="tx1"/>
          </a:solidFill>
          <a:latin typeface="Arial"/>
          <a:ea typeface="Microsoft YaHei"/>
        </a:defRPr>
      </a:lvl1pPr>
      <a:lvl2pPr marL="457200" lvl="1" algn="l" defTabSz="914400">
        <a:lnSpc>
          <a:spcPct val="130000"/>
        </a:lnSpc>
        <a:defRPr sz="1800" kern="1200">
          <a:solidFill>
            <a:schemeClr val="tx1"/>
          </a:solidFill>
          <a:latin typeface="Arial"/>
          <a:ea typeface="Microsoft YaHei"/>
        </a:defRPr>
      </a:lvl2pPr>
      <a:lvl3pPr marL="914400" lvl="2" algn="l" defTabSz="914400">
        <a:lnSpc>
          <a:spcPct val="130000"/>
        </a:lnSpc>
        <a:defRPr sz="1800" kern="1200">
          <a:solidFill>
            <a:schemeClr val="tx1"/>
          </a:solidFill>
          <a:latin typeface="Arial"/>
          <a:ea typeface="Microsoft YaHei"/>
        </a:defRPr>
      </a:lvl3pPr>
      <a:lvl4pPr marL="1371600" lvl="3" algn="l" defTabSz="914400">
        <a:lnSpc>
          <a:spcPct val="130000"/>
        </a:lnSpc>
        <a:defRPr sz="1800" kern="1200">
          <a:solidFill>
            <a:schemeClr val="tx1"/>
          </a:solidFill>
          <a:latin typeface="Arial"/>
          <a:ea typeface="Microsoft YaHei"/>
        </a:defRPr>
      </a:lvl4pPr>
      <a:lvl5pPr marL="1828800" lvl="4" algn="l" defTabSz="914400">
        <a:lnSpc>
          <a:spcPct val="130000"/>
        </a:lnSpc>
        <a:defRPr sz="1800" kern="1200">
          <a:solidFill>
            <a:schemeClr val="tx1"/>
          </a:solidFill>
          <a:latin typeface="Arial"/>
          <a:ea typeface="Microsoft YaHei"/>
        </a:defRPr>
      </a:lvl5pPr>
      <a:lvl6pPr marL="2286000" lvl="5" algn="l" defTabSz="914400">
        <a:lnSpc>
          <a:spcPct val="130000"/>
        </a:lnSpc>
        <a:defRPr sz="1800" kern="1200">
          <a:solidFill>
            <a:schemeClr val="tx1"/>
          </a:solidFill>
          <a:latin typeface="Arial"/>
          <a:ea typeface="Microsoft YaHei"/>
        </a:defRPr>
      </a:lvl6pPr>
      <a:lvl7pPr marL="2743200" lvl="6" algn="l" defTabSz="914400">
        <a:lnSpc>
          <a:spcPct val="130000"/>
        </a:lnSpc>
        <a:defRPr sz="1800" kern="1200">
          <a:solidFill>
            <a:schemeClr val="tx1"/>
          </a:solidFill>
          <a:latin typeface="Arial"/>
          <a:ea typeface="Microsoft YaHei"/>
        </a:defRPr>
      </a:lvl7pPr>
      <a:lvl8pPr marL="3200400" lvl="7" algn="l" defTabSz="914400">
        <a:lnSpc>
          <a:spcPct val="130000"/>
        </a:lnSpc>
        <a:defRPr sz="1800" kern="1200">
          <a:solidFill>
            <a:schemeClr val="tx1"/>
          </a:solidFill>
          <a:latin typeface="Arial"/>
          <a:ea typeface="Microsoft YaHei"/>
        </a:defRPr>
      </a:lvl8pPr>
      <a:lvl9pPr marL="3657600" lvl="8" algn="l" defTabSz="914400">
        <a:lnSpc>
          <a:spcPct val="130000"/>
        </a:lnSpc>
        <a:defRPr sz="1800" kern="1200">
          <a:solidFill>
            <a:schemeClr val="tx1"/>
          </a:solidFill>
          <a:latin typeface="Arial"/>
          <a:ea typeface="Microsoft YaHei"/>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副标题 2"/>
          <p:cNvSpPr>
            <a:spLocks noGrp="true"/>
          </p:cNvSpPr>
          <p:nvPr>
            <p:ph type="subTitle" idx="1"/>
          </p:nvPr>
        </p:nvSpPr>
        <p:spPr>
          <a:xfrm rot="0" flipH="false" flipV="false">
            <a:off x="1524000" y="462718"/>
            <a:ext cx="9144000" cy="5940327"/>
          </a:xfrm>
        </p:spPr>
        <p:txBody>
          <a:bodyPr>
            <a:normAutofit fontScale="62500"/>
          </a:bodyPr>
          <a:lstStyle/>
          <a:p>
            <a:pPr>
              <a:buFont typeface="Arial" charset="0"/>
              <a:buNone/>
            </a:pPr>
            <a:r>
              <a:rPr sz="2560"/>
              <a:t>银行科技周报</a:t>
            </a:r>
            <a:r>
              <a:rPr sz="2560"/>
              <a:t> 0316-0320
</a:t>
            </a:r>
            <a:r>
              <a:rPr sz="2560"/>
              <a:t>集团战略项目：</a:t>
            </a:r>
            <a:br>
              <a:rPr/>
            </a:br>
            <a:r>
              <a:rPr sz="2560"/>
              <a:t>一、万佛</a:t>
            </a:r>
            <a:r>
              <a:rPr sz="2560"/>
              <a:t>—3L</a:t>
            </a:r>
            <a:r>
              <a:rPr sz="2560"/>
              <a:t>线上经营</a:t>
            </a:r>
            <a:br>
              <a:rPr/>
            </a:br>
            <a:r>
              <a:rPr sz="2560"/>
              <a:t>信用卡获客累计</a:t>
            </a:r>
            <a:r>
              <a:rPr sz="2560"/>
              <a:t>23.67</a:t>
            </a:r>
            <a:r>
              <a:rPr sz="2560"/>
              <a:t>万，公域投放策略增加容户办卡意愿度模型，“岁岁平安”卡进件率提升</a:t>
            </a:r>
            <a:r>
              <a:rPr sz="2560"/>
              <a:t> 0.13%</a:t>
            </a:r>
            <a:r>
              <a:rPr sz="2560"/>
              <a:t>（模型策略投量占比</a:t>
            </a:r>
            <a:r>
              <a:rPr sz="2560"/>
              <a:t>10%</a:t>
            </a:r>
            <a:r>
              <a:rPr sz="2560"/>
              <a:t>）。零贷橙：贷累计放款</a:t>
            </a:r>
            <a:r>
              <a:rPr sz="2560"/>
              <a:t>27.12 </a:t>
            </a:r>
            <a:r>
              <a:rPr sz="2560"/>
              <a:t>亿，已针对房贷客群推荐橙</a:t>
            </a:r>
            <a:r>
              <a:rPr sz="2560"/>
              <a:t>E</a:t>
            </a:r>
            <a:r>
              <a:rPr sz="2560"/>
              <a:t>贷极速方案，推动综合化经营；零花钱产品持续优化，上线断，点人工承接、消费贴息等功能并着手优化登录流程体验，减少登录阶段的容户流失。汽融贷款累计放款</a:t>
            </a:r>
            <a:r>
              <a:rPr sz="2560"/>
              <a:t>47.91</a:t>
            </a:r>
            <a:r>
              <a:rPr sz="2560"/>
              <a:t>亿，新车线索引流</a:t>
            </a:r>
            <a:r>
              <a:rPr sz="2560"/>
              <a:t>1.6</a:t>
            </a:r>
            <a:r>
              <a:rPr sz="2560"/>
              <a:t>万，尝试引入口袋</a:t>
            </a:r>
            <a:r>
              <a:rPr sz="2560"/>
              <a:t>App </a:t>
            </a:r>
            <a:r>
              <a:rPr sz="2560"/>
              <a:t>热场景卡片营销能力，助力断点经营。</a:t>
            </a:r>
            <a:br>
              <a:rPr/>
            </a:br>
            <a:r>
              <a:rPr sz="2560"/>
              <a:t>万佛基建：本周已完成大字版外投频道页优化；鸿蒙版本口袋</a:t>
            </a:r>
            <a:r>
              <a:rPr sz="2560"/>
              <a:t>App</a:t>
            </a:r>
            <a:r>
              <a:rPr sz="2560"/>
              <a:t>接入万佛任意门功能；口袋</a:t>
            </a:r>
            <a:r>
              <a:rPr sz="2560"/>
              <a:t>App8.3.0</a:t>
            </a:r>
            <a:r>
              <a:rPr sz="2560"/>
              <a:t>已提交应用商店优化功能包括：</a:t>
            </a:r>
            <a:r>
              <a:rPr sz="2560"/>
              <a:t>SOS</a:t>
            </a:r>
            <a:r>
              <a:rPr sz="2560"/>
              <a:t>救援功能优化、接入集团导航头（三态气泡改造）、大字版界面更新、人脸</a:t>
            </a:r>
            <a:r>
              <a:rPr sz="2560"/>
              <a:t>SDK </a:t>
            </a:r>
            <a:r>
              <a:rPr sz="2560"/>
              <a:t>更新支持万佛核身业务、快捷服务图标和界面优化、任意门免登优化。</a:t>
            </a:r>
            <a:br>
              <a:rPr/>
            </a:br>
            <a:r>
              <a:rPr sz="2560"/>
              <a:t>二、智能投顾</a:t>
            </a:r>
            <a:br>
              <a:rPr/>
            </a:br>
            <a:r>
              <a:rPr sz="2560"/>
              <a:t>本周完成财富板块多智能体架构方案和记忆能力的设计，计划了月底完成市场和持仓相关子智能体搭建工作。</a:t>
            </a:r>
            <a:r>
              <a:rPr sz="2560"/>
              <a:t>319</a:t>
            </a:r>
            <a:r>
              <a:rPr sz="2560"/>
              <a:t>版本完成市场行业板块、持仓查询一键服务的</a:t>
            </a:r>
            <a:r>
              <a:rPr sz="2560"/>
              <a:t>MCP</a:t>
            </a:r>
            <a:r>
              <a:rPr sz="2560"/>
              <a:t>采用</a:t>
            </a:r>
            <a:r>
              <a:rPr sz="2560"/>
              <a:t>springAl</a:t>
            </a:r>
            <a:r>
              <a:rPr sz="2560"/>
              <a:t>高代码进行实现，性能提升效果待测试验证。投顾</a:t>
            </a:r>
            <a:r>
              <a:rPr sz="2560"/>
              <a:t>3.0</a:t>
            </a:r>
            <a:r>
              <a:rPr sz="2560"/>
              <a:t>模型</a:t>
            </a:r>
            <a:r>
              <a:rPr sz="2560"/>
              <a:t>319</a:t>
            </a:r>
            <a:r>
              <a:rPr sz="2560"/>
              <a:t>版本完成除私菜产品外的全理财和公菜产品数据补齐和宏观市场指标数据自动活动，将原来投顾</a:t>
            </a:r>
            <a:r>
              <a:rPr sz="2560"/>
              <a:t>3.0</a:t>
            </a:r>
            <a:r>
              <a:rPr sz="2560"/>
              <a:t>支持的</a:t>
            </a:r>
            <a:r>
              <a:rPr sz="2560"/>
              <a:t>1300</a:t>
            </a:r>
            <a:r>
              <a:rPr sz="2560"/>
              <a:t>只产品扩充至</a:t>
            </a:r>
            <a:r>
              <a:rPr sz="2560"/>
              <a:t>2</a:t>
            </a:r>
            <a:r>
              <a:rPr sz="2560"/>
              <a:t>万＋只，为</a:t>
            </a:r>
            <a:r>
              <a:rPr sz="2560"/>
              <a:t>4</a:t>
            </a:r>
            <a:r>
              <a:rPr sz="2560"/>
              <a:t>月市场分析场景做深和智能选品提供理论依据；</a:t>
            </a:r>
            <a:br>
              <a:rPr/>
            </a:br>
            <a:endParaRPr lang="zh-CN"/>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3" name=""/>
        <p:cNvGrpSpPr/>
        <p:nvPr/>
      </p:nvGrpSpPr>
      <p:grpSpPr>
        <a:xfrm>
          <a:off x="0" y="0"/>
          <a:ext cx="0" cy="0"/>
          <a:chOff x="0" y="0"/>
          <a:chExt cx="0" cy="0"/>
        </a:xfrm>
      </p:grpSpPr>
      <p:sp>
        <p:nvSpPr>
          <p:cNvPr id="4" name=""/>
          <p:cNvSpPr txBox="true"/>
          <p:nvPr/>
        </p:nvSpPr>
        <p:spPr>
          <a:xfrm rot="0" flipH="false" flipV="false">
            <a:off x="717088" y="396052"/>
            <a:ext cx="11176000" cy="5842000"/>
          </a:xfrm>
          <a:prstGeom prst="rect"/>
        </p:spPr>
        <p:txBody>
          <a:bodyPr>
            <a:spAutoFit/>
          </a:bodyPr>
          <a:p>
            <a:pPr/>
            <a:r>
              <a:rPr sz="1600"/>
              <a:t>三、快捷服务</a:t>
            </a:r>
            <a:br>
              <a:rPr/>
            </a:br>
            <a:r>
              <a:rPr sz="1600"/>
              <a:t>本周核心推进</a:t>
            </a:r>
            <a:r>
              <a:rPr sz="1600"/>
              <a:t>319</a:t>
            </a:r>
            <a:r>
              <a:rPr sz="1600"/>
              <a:t>版本面客前的场景与性能优化工作，版本上线后，整体性能较</a:t>
            </a:r>
            <a:r>
              <a:rPr sz="1600"/>
              <a:t>0305 </a:t>
            </a:r>
            <a:r>
              <a:rPr sz="1600"/>
              <a:t>基准版本提升</a:t>
            </a:r>
            <a:r>
              <a:rPr sz="1600"/>
              <a:t>8%~43%</a:t>
            </a:r>
            <a:r>
              <a:rPr sz="1600"/>
              <a:t>，耗时降低</a:t>
            </a:r>
            <a:r>
              <a:rPr sz="1600"/>
              <a:t> 0.5s~1.5s</a:t>
            </a:r>
            <a:r>
              <a:rPr sz="1600"/>
              <a:t>；</a:t>
            </a:r>
            <a:r>
              <a:rPr sz="1600"/>
              <a:t>A</a:t>
            </a:r>
            <a:r>
              <a:rPr sz="1600"/>
              <a:t>智能性能较上一个版本均有提升，还款场景性能提升约</a:t>
            </a:r>
            <a:r>
              <a:rPr sz="1600"/>
              <a:t>1</a:t>
            </a:r>
            <a:r>
              <a:rPr sz="1600"/>
              <a:t>倍。后续漿焦两大重点，一是完成大模型监管备案的合规推进，二面客后运营推进和系统稳定保障运行。跨智能体</a:t>
            </a:r>
            <a:r>
              <a:rPr sz="1600"/>
              <a:t> Planner </a:t>
            </a:r>
            <a:r>
              <a:rPr sz="1600"/>
              <a:t>已完成复杂意图场景下的框架设计和方案评审。</a:t>
            </a:r>
            <a:endParaRPr/>
          </a:p>
          <a:p>
            <a:pPr/>
            <a:r>
              <a:rPr sz="1600"/>
              <a:t>四、</a:t>
            </a:r>
            <a:r>
              <a:rPr sz="1600"/>
              <a:t>AI</a:t>
            </a:r>
            <a:r>
              <a:rPr sz="1600"/>
              <a:t>电销（余强）</a:t>
            </a:r>
            <a:br>
              <a:rPr/>
            </a:br>
            <a:r>
              <a:rPr sz="1600"/>
              <a:t>AI </a:t>
            </a:r>
            <a:r>
              <a:rPr sz="1600"/>
              <a:t>增量占比达</a:t>
            </a:r>
            <a:r>
              <a:rPr sz="1600"/>
              <a:t>13.4%</a:t>
            </a:r>
            <a:r>
              <a:rPr sz="1600"/>
              <a:t>，本周机器人</a:t>
            </a:r>
            <a:r>
              <a:rPr sz="1600"/>
              <a:t>0319 </a:t>
            </a:r>
            <a:r>
              <a:rPr sz="1600"/>
              <a:t>版本发布，全维度测试</a:t>
            </a:r>
            <a:r>
              <a:rPr sz="1600"/>
              <a:t>324</a:t>
            </a:r>
            <a:r>
              <a:rPr sz="1600"/>
              <a:t>个</a:t>
            </a:r>
            <a:r>
              <a:rPr sz="1600"/>
              <a:t>casc</a:t>
            </a:r>
            <a:r>
              <a:rPr sz="1600"/>
              <a:t>（电话十文本测试），评测全部通过，意图识别率</a:t>
            </a:r>
            <a:r>
              <a:rPr sz="1600"/>
              <a:t>94.7%</a:t>
            </a:r>
            <a:r>
              <a:rPr sz="1600"/>
              <a:t>，话术推荐准确率</a:t>
            </a:r>
            <a:r>
              <a:rPr sz="1600"/>
              <a:t>98.2%</a:t>
            </a:r>
            <a:r>
              <a:rPr sz="1600"/>
              <a:t>。择号</a:t>
            </a:r>
            <a:r>
              <a:rPr sz="1600"/>
              <a:t> AB </a:t>
            </a:r>
            <a:r>
              <a:rPr sz="1600"/>
              <a:t>实验结束，效果稳定，通次接通率绝对值提升</a:t>
            </a:r>
            <a:r>
              <a:rPr sz="1600"/>
              <a:t>2%</a:t>
            </a:r>
            <a:r>
              <a:rPr sz="1600"/>
              <a:t>，</a:t>
            </a:r>
            <a:r>
              <a:rPr sz="1600"/>
              <a:t>GD3 </a:t>
            </a:r>
            <a:r>
              <a:rPr sz="1600"/>
              <a:t>本周已全量放开，其他场景计划下周逐步放开流量。预测式外呼</a:t>
            </a:r>
            <a:r>
              <a:rPr sz="1600"/>
              <a:t>0319</a:t>
            </a:r>
            <a:r>
              <a:rPr sz="1600"/>
              <a:t>版本发布，灰度方案及</a:t>
            </a:r>
            <a:r>
              <a:rPr sz="1600"/>
              <a:t> AB</a:t>
            </a:r>
            <a:r>
              <a:rPr sz="1600"/>
              <a:t>实验制定完成，下周渐进式放量至</a:t>
            </a:r>
            <a:r>
              <a:rPr sz="1600"/>
              <a:t>50</a:t>
            </a:r>
            <a:r>
              <a:rPr sz="1600"/>
              <a:t>坐席，观察</a:t>
            </a:r>
            <a:r>
              <a:rPr sz="1600"/>
              <a:t>AB </a:t>
            </a:r>
            <a:r>
              <a:rPr sz="1600"/>
              <a:t>数据。</a:t>
            </a:r>
            <a:br>
              <a:rPr/>
            </a:br>
            <a:r>
              <a:rPr sz="1600"/>
              <a:t>业务场景扩展，车主优贷</a:t>
            </a:r>
            <a:r>
              <a:rPr sz="1600"/>
              <a:t> AI</a:t>
            </a:r>
            <a:r>
              <a:rPr sz="1600"/>
              <a:t>外呼第二批次启动，下发</a:t>
            </a:r>
            <a:r>
              <a:rPr sz="1600"/>
              <a:t>6000</a:t>
            </a:r>
            <a:r>
              <a:rPr sz="1600"/>
              <a:t>个客户进行</a:t>
            </a:r>
            <a:r>
              <a:rPr sz="1600"/>
              <a:t> AI </a:t>
            </a:r>
            <a:r>
              <a:rPr sz="1600"/>
              <a:t>拨打，占同一批次同类名单的</a:t>
            </a:r>
            <a:r>
              <a:rPr sz="1600"/>
              <a:t>20%</a:t>
            </a:r>
            <a:r>
              <a:rPr sz="1600"/>
              <a:t>，占总名单</a:t>
            </a:r>
            <a:r>
              <a:rPr sz="1600"/>
              <a:t>3%</a:t>
            </a:r>
            <a:r>
              <a:rPr sz="1600"/>
              <a:t>，漏斗报表开发进展</a:t>
            </a:r>
            <a:r>
              <a:rPr sz="1600"/>
              <a:t> 50%</a:t>
            </a:r>
            <a:r>
              <a:rPr sz="1600"/>
              <a:t>；信用卡获客</a:t>
            </a:r>
            <a:r>
              <a:rPr sz="1600"/>
              <a:t> OB </a:t>
            </a:r>
            <a:r>
              <a:rPr sz="1600"/>
              <a:t>试点进件</a:t>
            </a:r>
            <a:r>
              <a:rPr sz="1600"/>
              <a:t>50+</a:t>
            </a:r>
            <a:r>
              <a:rPr sz="1600"/>
              <a:t>，数据报表待打通；后续推动预测式外呼</a:t>
            </a:r>
            <a:r>
              <a:rPr sz="1600"/>
              <a:t> AB </a:t>
            </a:r>
            <a:r>
              <a:rPr sz="1600"/>
              <a:t>实验数据分析、车优试点及信用卡获客数据报表上线，分析转化效果。</a:t>
            </a:r>
            <a:br>
              <a:rPr/>
            </a:br>
            <a:br>
              <a:rPr/>
            </a:br>
            <a:r>
              <a:rPr sz="1600"/>
              <a:t>五、教字化经营</a:t>
            </a:r>
            <a:br>
              <a:rPr/>
            </a:br>
            <a:r>
              <a:rPr sz="1600"/>
              <a:t>平台能力上，</a:t>
            </a:r>
            <a:r>
              <a:rPr sz="1600"/>
              <a:t>Skills </a:t>
            </a:r>
            <a:r>
              <a:rPr sz="1600"/>
              <a:t>市场</a:t>
            </a:r>
            <a:r>
              <a:rPr sz="1600"/>
              <a:t>1.0</a:t>
            </a:r>
            <a:r>
              <a:rPr sz="1600"/>
              <a:t>投产，为后续</a:t>
            </a:r>
            <a:r>
              <a:rPr sz="1600"/>
              <a:t>Skill</a:t>
            </a:r>
            <a:r>
              <a:rPr sz="1600"/>
              <a:t>统一浏览和复用打下基础，本周更新云桌面</a:t>
            </a:r>
            <a:r>
              <a:rPr sz="1600"/>
              <a:t>pa4</a:t>
            </a:r>
            <a:r>
              <a:rPr sz="1600"/>
              <a:t>包，支持手机快乐平安通信。已明确隔离环境方案（短期测试＋中长期生产），保障项目可继续推进，已明确由银行自主推进容器化落地。对公一线员工办公场景一期已上线，开展小范围试用验证。杭分、广分、深分</a:t>
            </a:r>
            <a:r>
              <a:rPr sz="1600"/>
              <a:t>5</a:t>
            </a:r>
            <a:r>
              <a:rPr sz="1600"/>
              <a:t>个场景试点落地，其中投诉报告生成实现全流程</a:t>
            </a:r>
            <a:r>
              <a:rPr sz="1600"/>
              <a:t> AI </a:t>
            </a:r>
            <a:r>
              <a:rPr sz="1600"/>
              <a:t>替代，为后续分行推广打样。</a:t>
            </a:r>
            <a:endParaRPr/>
          </a:p>
        </p:txBody>
      </p:sp>
    </p:spTree>
  </p:cSld>
</p:sld>
</file>

<file path=ppt/theme/theme1.xml><?xml version="1.0" encoding="utf-8"?>
<a:theme xmlns:a="http://schemas.openxmlformats.org/drawingml/2006/main" name="腾讯文档 默认主题​">
  <a:themeElements>
    <a:clrScheme name="Tencent">
      <a:dk1>
        <a:srgbClr val="000000"/>
      </a:dk1>
      <a:lt1>
        <a:srgbClr val="FFFFFF"/>
      </a:lt1>
      <a:dk2>
        <a:srgbClr val="485368"/>
      </a:dk2>
      <a:lt2>
        <a:srgbClr val="2972F4"/>
      </a:lt2>
      <a:accent1>
        <a:srgbClr val="00A3F5"/>
      </a:accent1>
      <a:accent2>
        <a:srgbClr val="319B62"/>
      </a:accent2>
      <a:accent3>
        <a:srgbClr val="DE3C36"/>
      </a:accent3>
      <a:accent4>
        <a:srgbClr val="F88825"/>
      </a:accent4>
      <a:accent5>
        <a:srgbClr val="F5C400"/>
      </a:accent5>
      <a:accent6>
        <a:srgbClr val="9A38D7"/>
      </a:accent6>
      <a:hlink>
        <a:srgbClr val="175CEB"/>
      </a:hlink>
      <a:folHlink>
        <a:srgbClr val="81868F"/>
      </a:folHlink>
    </a:clrScheme>
    <a:fontScheme name="Offic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cp="http://schemas.openxmlformats.org/package/2006/metadata/core-properties" xmlns:dc="http://purl.org/dc/elements/1.1/">
  <dcterms:created xsi:type="dcterms:W3CDTF">2026-04-09T17:35:48Z</dcterms:created>
  <dcterms:modified xsi:type="dcterms:W3CDTF">2026-04-09T17:35:48Z</dcterms:modified>
</cp:coreProperties>
</file>